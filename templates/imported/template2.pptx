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257" r:id="rId6"/>
    <p:sldId id="262" r:id="rId7"/>
    <p:sldId id="260" r:id="rId8"/>
  </p:sldIdLst>
  <p:sldSz cx="12192000" cy="6858000"/>
  <p:notesSz cx="6858000" cy="9144000"/>
  <p:defaultTextStyle>
    <a:defPPr rtl="0">
      <a:defRPr lang="ja-jp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5" autoAdjust="0"/>
  </p:normalViewPr>
  <p:slideViewPr>
    <p:cSldViewPr snapToGrid="0">
      <p:cViewPr varScale="1">
        <p:scale>
          <a:sx n="111" d="100"/>
          <a:sy n="111" d="100"/>
        </p:scale>
        <p:origin x="5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3_2" csCatId="accent3" phldr="1"/>
      <dgm:spPr/>
    </dgm:pt>
    <dgm:pt modelId="{4AF52931-E4CA-4429-AACB-B8747CDB2409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ja-JP" altLang="en-US" b="1" noProof="0" dirty="0">
              <a:latin typeface="Meiryo UI" panose="020B0604030504040204" pitchFamily="50" charset="-128"/>
              <a:ea typeface="Meiryo UI" panose="020B0604030504040204" pitchFamily="50" charset="-128"/>
            </a:rPr>
            <a:t>ギター</a:t>
          </a:r>
        </a:p>
      </dgm:t>
    </dgm:pt>
    <dgm:pt modelId="{67B2FC97-2FAE-4EFE-9DEE-E4216C657F35}" type="parTrans" cxnId="{F82329C8-C3B2-4E9B-9033-528488D72705}">
      <dgm:prSet/>
      <dgm:spPr/>
      <dgm:t>
        <a:bodyPr rtlCol="0"/>
        <a:lstStyle/>
        <a:p>
          <a:pPr rtl="0"/>
          <a:endParaRPr lang="ja-JP" altLang="en-US" sz="1400" b="1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D86AF01C-9CBC-41F8-9354-48CD82BDFDC9}" type="sibTrans" cxnId="{F82329C8-C3B2-4E9B-9033-528488D72705}">
      <dgm:prSet/>
      <dgm:spPr/>
      <dgm:t>
        <a:bodyPr rtlCol="0"/>
        <a:lstStyle/>
        <a:p>
          <a:pPr rtl="0"/>
          <a:endParaRPr lang="ja-JP" altLang="en-US" b="1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1BEB84D-9A77-49C6-9301-B3359FCAC75F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ja-JP" altLang="en-US" b="1" noProof="0" dirty="0">
              <a:latin typeface="Meiryo UI" panose="020B0604030504040204" pitchFamily="50" charset="-128"/>
              <a:ea typeface="Meiryo UI" panose="020B0604030504040204" pitchFamily="50" charset="-128"/>
            </a:rPr>
            <a:t>ピアノ</a:t>
          </a:r>
        </a:p>
      </dgm:t>
    </dgm:pt>
    <dgm:pt modelId="{AE4D0D43-0332-4F79-8D35-BCD8C10758AE}" type="parTrans" cxnId="{420EF6C4-7321-43BE-A2FC-253606B1E06A}">
      <dgm:prSet/>
      <dgm:spPr/>
      <dgm:t>
        <a:bodyPr rtlCol="0"/>
        <a:lstStyle/>
        <a:p>
          <a:pPr rtl="0"/>
          <a:endParaRPr lang="ja-JP" altLang="en-US" sz="1400" b="1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5D260F18-25D2-4074-87F1-7E78DDA61C58}" type="sibTrans" cxnId="{420EF6C4-7321-43BE-A2FC-253606B1E06A}">
      <dgm:prSet/>
      <dgm:spPr/>
      <dgm:t>
        <a:bodyPr rtlCol="0"/>
        <a:lstStyle/>
        <a:p>
          <a:pPr rtl="0"/>
          <a:endParaRPr lang="ja-JP" altLang="en-US" b="1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FF9359E-E9B1-4B73-BACC-2C7988765B16}">
      <dgm:prSet phldrT="[Text]"/>
      <dgm:spPr/>
      <dgm:t>
        <a:bodyPr rtlCol="0"/>
        <a:lstStyle/>
        <a:p>
          <a:pPr>
            <a:lnSpc>
              <a:spcPct val="100000"/>
            </a:lnSpc>
          </a:pPr>
          <a:r>
            <a:rPr lang="ja-JP" altLang="en-US" b="1" noProof="0" dirty="0">
              <a:latin typeface="Meiryo UI" panose="020B0604030504040204" pitchFamily="50" charset="-128"/>
              <a:ea typeface="Meiryo UI" panose="020B0604030504040204" pitchFamily="50" charset="-128"/>
            </a:rPr>
            <a:t>ドラム</a:t>
          </a:r>
        </a:p>
      </dgm:t>
    </dgm:pt>
    <dgm:pt modelId="{6E0A40FA-1B79-4089-8B9A-3BA22865FE4E}" type="parTrans" cxnId="{516EC545-1971-48B3-978C-4756FCDCCFD9}">
      <dgm:prSet/>
      <dgm:spPr/>
      <dgm:t>
        <a:bodyPr rtlCol="0"/>
        <a:lstStyle/>
        <a:p>
          <a:pPr rtl="0"/>
          <a:endParaRPr lang="ja-JP" altLang="en-US" sz="1400" b="1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1CEF1965-C516-4C44-BAE3-2FA3F5116930}" type="sibTrans" cxnId="{516EC545-1971-48B3-978C-4756FCDCCFD9}">
      <dgm:prSet/>
      <dgm:spPr/>
      <dgm:t>
        <a:bodyPr rtlCol="0"/>
        <a:lstStyle/>
        <a:p>
          <a:pPr rtl="0"/>
          <a:endParaRPr lang="ja-JP" altLang="en-US" b="1" noProof="0" dirty="0"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32E308EA-5069-4DB8-981A-E8B91ED09392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  <dgm:pt modelId="{91AF8281-6461-4DEF-BFA3-639204E0F772}" type="pres">
      <dgm:prSet presAssocID="{4AF52931-E4CA-4429-AACB-B8747CDB2409}" presName="compNode" presStyleCnt="0"/>
      <dgm:spPr/>
    </dgm:pt>
    <dgm:pt modelId="{30BA634D-4C3B-482B-907C-28BFBD53CA43}" type="pres">
      <dgm:prSet presAssocID="{4AF52931-E4CA-4429-AACB-B8747CDB240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uitar"/>
        </a:ext>
      </dgm:extLst>
    </dgm:pt>
    <dgm:pt modelId="{367EB8D8-FE25-40E3-9FAF-A2DCEEE37489}" type="pres">
      <dgm:prSet presAssocID="{4AF52931-E4CA-4429-AACB-B8747CDB2409}" presName="spaceRect" presStyleCnt="0"/>
      <dgm:spPr/>
    </dgm:pt>
    <dgm:pt modelId="{0E9BF005-99C0-43B0-84C1-54A8998E7936}" type="pres">
      <dgm:prSet presAssocID="{4AF52931-E4CA-4429-AACB-B8747CDB2409}" presName="textRect" presStyleLbl="revTx" presStyleIdx="0" presStyleCnt="3">
        <dgm:presLayoutVars>
          <dgm:chMax val="1"/>
          <dgm:chPref val="1"/>
        </dgm:presLayoutVars>
      </dgm:prSet>
      <dgm:spPr/>
    </dgm:pt>
    <dgm:pt modelId="{DAC9F9E3-F601-4194-A06B-9923197A5E38}" type="pres">
      <dgm:prSet presAssocID="{D86AF01C-9CBC-41F8-9354-48CD82BDFDC9}" presName="sibTrans" presStyleCnt="0"/>
      <dgm:spPr/>
    </dgm:pt>
    <dgm:pt modelId="{7FE81F08-00FB-43F8-A779-B8ECE724652A}" type="pres">
      <dgm:prSet presAssocID="{81BEB84D-9A77-49C6-9301-B3359FCAC75F}" presName="compNode" presStyleCnt="0"/>
      <dgm:spPr/>
    </dgm:pt>
    <dgm:pt modelId="{0491CB9F-040C-48D8-B3FC-29864DFF4EEE}" type="pres">
      <dgm:prSet presAssocID="{81BEB84D-9A77-49C6-9301-B3359FCAC75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iano"/>
        </a:ext>
      </dgm:extLst>
    </dgm:pt>
    <dgm:pt modelId="{F2F6E0BA-DDC4-4406-BBFE-E58301739059}" type="pres">
      <dgm:prSet presAssocID="{81BEB84D-9A77-49C6-9301-B3359FCAC75F}" presName="spaceRect" presStyleCnt="0"/>
      <dgm:spPr/>
    </dgm:pt>
    <dgm:pt modelId="{FE8C3713-4DF9-46D6-8B93-2775A1081B0C}" type="pres">
      <dgm:prSet presAssocID="{81BEB84D-9A77-49C6-9301-B3359FCAC75F}" presName="textRect" presStyleLbl="revTx" presStyleIdx="1" presStyleCnt="3">
        <dgm:presLayoutVars>
          <dgm:chMax val="1"/>
          <dgm:chPref val="1"/>
        </dgm:presLayoutVars>
      </dgm:prSet>
      <dgm:spPr/>
    </dgm:pt>
    <dgm:pt modelId="{7F52A03A-13BD-4392-B078-95B9A87C3008}" type="pres">
      <dgm:prSet presAssocID="{5D260F18-25D2-4074-87F1-7E78DDA61C58}" presName="sibTrans" presStyleCnt="0"/>
      <dgm:spPr/>
    </dgm:pt>
    <dgm:pt modelId="{E3C19E79-2505-42B2-B546-A2C96CDA5805}" type="pres">
      <dgm:prSet presAssocID="{BFF9359E-E9B1-4B73-BACC-2C7988765B16}" presName="compNode" presStyleCnt="0"/>
      <dgm:spPr/>
    </dgm:pt>
    <dgm:pt modelId="{202FC02E-3907-4B0C-BA32-F98A4CCE37B7}" type="pres">
      <dgm:prSet presAssocID="{BFF9359E-E9B1-4B73-BACC-2C7988765B1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um"/>
        </a:ext>
      </dgm:extLst>
    </dgm:pt>
    <dgm:pt modelId="{1DEB49C1-00C7-44F7-8210-624C7D5681A3}" type="pres">
      <dgm:prSet presAssocID="{BFF9359E-E9B1-4B73-BACC-2C7988765B16}" presName="spaceRect" presStyleCnt="0"/>
      <dgm:spPr/>
    </dgm:pt>
    <dgm:pt modelId="{630880CE-7DAB-4609-9717-C2173D5F8615}" type="pres">
      <dgm:prSet presAssocID="{BFF9359E-E9B1-4B73-BACC-2C7988765B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F5B148A5-F21D-4B9F-B472-8D36565403D2}" type="presOf" srcId="{C7720856-93F0-4CC7-B7FD-2466914A11D4}" destId="{32E308EA-5069-4DB8-981A-E8B91ED09392}" srcOrd="0" destOrd="0" presId="urn:microsoft.com/office/officeart/2018/2/layout/IconLabelList"/>
    <dgm:cxn modelId="{423ACFBE-4D11-408F-97C7-81F6A4A6845C}" type="presOf" srcId="{81BEB84D-9A77-49C6-9301-B3359FCAC75F}" destId="{FE8C3713-4DF9-46D6-8B93-2775A1081B0C}" srcOrd="0" destOrd="0" presId="urn:microsoft.com/office/officeart/2018/2/layout/IconLabelList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D3E343C9-5E00-4610-9BAC-EE32764DC9C4}" type="presOf" srcId="{BFF9359E-E9B1-4B73-BACC-2C7988765B16}" destId="{630880CE-7DAB-4609-9717-C2173D5F8615}" srcOrd="0" destOrd="0" presId="urn:microsoft.com/office/officeart/2018/2/layout/IconLabelList"/>
    <dgm:cxn modelId="{D21EEFE9-F489-4024-99AD-2EC08DF20D5D}" type="presOf" srcId="{4AF52931-E4CA-4429-AACB-B8747CDB2409}" destId="{0E9BF005-99C0-43B0-84C1-54A8998E7936}" srcOrd="0" destOrd="0" presId="urn:microsoft.com/office/officeart/2018/2/layout/IconLabelList"/>
    <dgm:cxn modelId="{1EFF16F1-E3B6-4C17-B60E-13FEE224CA78}" type="presParOf" srcId="{32E308EA-5069-4DB8-981A-E8B91ED09392}" destId="{91AF8281-6461-4DEF-BFA3-639204E0F772}" srcOrd="0" destOrd="0" presId="urn:microsoft.com/office/officeart/2018/2/layout/IconLabelList"/>
    <dgm:cxn modelId="{FEAEE474-9AAF-4E6B-AE6E-FD803FBF6EBB}" type="presParOf" srcId="{91AF8281-6461-4DEF-BFA3-639204E0F772}" destId="{30BA634D-4C3B-482B-907C-28BFBD53CA43}" srcOrd="0" destOrd="0" presId="urn:microsoft.com/office/officeart/2018/2/layout/IconLabelList"/>
    <dgm:cxn modelId="{BDBB6204-66F6-4203-B429-E0942678426C}" type="presParOf" srcId="{91AF8281-6461-4DEF-BFA3-639204E0F772}" destId="{367EB8D8-FE25-40E3-9FAF-A2DCEEE37489}" srcOrd="1" destOrd="0" presId="urn:microsoft.com/office/officeart/2018/2/layout/IconLabelList"/>
    <dgm:cxn modelId="{0165DE30-A056-4DA3-A063-03EB568251CE}" type="presParOf" srcId="{91AF8281-6461-4DEF-BFA3-639204E0F772}" destId="{0E9BF005-99C0-43B0-84C1-54A8998E7936}" srcOrd="2" destOrd="0" presId="urn:microsoft.com/office/officeart/2018/2/layout/IconLabelList"/>
    <dgm:cxn modelId="{447BE4C4-FD27-4C2F-9015-1A25E577FD59}" type="presParOf" srcId="{32E308EA-5069-4DB8-981A-E8B91ED09392}" destId="{DAC9F9E3-F601-4194-A06B-9923197A5E38}" srcOrd="1" destOrd="0" presId="urn:microsoft.com/office/officeart/2018/2/layout/IconLabelList"/>
    <dgm:cxn modelId="{2FD47826-1DD2-48BC-B3D2-03B845C692AA}" type="presParOf" srcId="{32E308EA-5069-4DB8-981A-E8B91ED09392}" destId="{7FE81F08-00FB-43F8-A779-B8ECE724652A}" srcOrd="2" destOrd="0" presId="urn:microsoft.com/office/officeart/2018/2/layout/IconLabelList"/>
    <dgm:cxn modelId="{ADCB5AC2-B4DD-487C-9BA9-EB363B8AD42E}" type="presParOf" srcId="{7FE81F08-00FB-43F8-A779-B8ECE724652A}" destId="{0491CB9F-040C-48D8-B3FC-29864DFF4EEE}" srcOrd="0" destOrd="0" presId="urn:microsoft.com/office/officeart/2018/2/layout/IconLabelList"/>
    <dgm:cxn modelId="{78A8330F-9B19-4255-A4F1-A6B753E75EA4}" type="presParOf" srcId="{7FE81F08-00FB-43F8-A779-B8ECE724652A}" destId="{F2F6E0BA-DDC4-4406-BBFE-E58301739059}" srcOrd="1" destOrd="0" presId="urn:microsoft.com/office/officeart/2018/2/layout/IconLabelList"/>
    <dgm:cxn modelId="{A0673F07-BBBF-4ACF-BE4C-FA90D79F7B76}" type="presParOf" srcId="{7FE81F08-00FB-43F8-A779-B8ECE724652A}" destId="{FE8C3713-4DF9-46D6-8B93-2775A1081B0C}" srcOrd="2" destOrd="0" presId="urn:microsoft.com/office/officeart/2018/2/layout/IconLabelList"/>
    <dgm:cxn modelId="{62628427-8E76-4F52-BDD0-23DEB044B0A3}" type="presParOf" srcId="{32E308EA-5069-4DB8-981A-E8B91ED09392}" destId="{7F52A03A-13BD-4392-B078-95B9A87C3008}" srcOrd="3" destOrd="0" presId="urn:microsoft.com/office/officeart/2018/2/layout/IconLabelList"/>
    <dgm:cxn modelId="{ABFAE166-57AC-4332-B8F5-382A41B6C659}" type="presParOf" srcId="{32E308EA-5069-4DB8-981A-E8B91ED09392}" destId="{E3C19E79-2505-42B2-B546-A2C96CDA5805}" srcOrd="4" destOrd="0" presId="urn:microsoft.com/office/officeart/2018/2/layout/IconLabelList"/>
    <dgm:cxn modelId="{B28C3C68-7F14-463C-A330-4B07989B7784}" type="presParOf" srcId="{E3C19E79-2505-42B2-B546-A2C96CDA5805}" destId="{202FC02E-3907-4B0C-BA32-F98A4CCE37B7}" srcOrd="0" destOrd="0" presId="urn:microsoft.com/office/officeart/2018/2/layout/IconLabelList"/>
    <dgm:cxn modelId="{6D241E16-970E-4DC2-B38A-C7967454820C}" type="presParOf" srcId="{E3C19E79-2505-42B2-B546-A2C96CDA5805}" destId="{1DEB49C1-00C7-44F7-8210-624C7D5681A3}" srcOrd="1" destOrd="0" presId="urn:microsoft.com/office/officeart/2018/2/layout/IconLabelList"/>
    <dgm:cxn modelId="{70E48FE2-81BD-4FA6-A899-09D246B12945}" type="presParOf" srcId="{E3C19E79-2505-42B2-B546-A2C96CDA5805}" destId="{630880CE-7DAB-4609-9717-C2173D5F86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503D04-C97E-4622-AE07-D0307CB3B4CA}" type="doc">
      <dgm:prSet loTypeId="urn:microsoft.com/office/officeart/2005/8/layout/cycle1" loCatId="cycle" qsTypeId="urn:microsoft.com/office/officeart/2005/8/quickstyle/simple4" qsCatId="simple" csTypeId="urn:microsoft.com/office/officeart/2005/8/colors/colorful1" csCatId="colorful" phldr="1"/>
      <dgm:spPr/>
      <dgm:t>
        <a:bodyPr rtlCol="0"/>
        <a:lstStyle/>
        <a:p>
          <a:pPr rtl="0"/>
          <a:endParaRPr lang="en-US"/>
        </a:p>
      </dgm:t>
    </dgm:pt>
    <dgm:pt modelId="{AAC263CB-8256-4B03-92FE-1622698FB3E9}">
      <dgm:prSet custT="1"/>
      <dgm:spPr/>
      <dgm:t>
        <a:bodyPr rtlCol="0"/>
        <a:lstStyle/>
        <a:p>
          <a:pPr rtl="0"/>
          <a:r>
            <a:rPr lang="ja-JP" altLang="en-US" sz="2900" b="1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選択</a:t>
          </a:r>
        </a:p>
      </dgm:t>
    </dgm:pt>
    <dgm:pt modelId="{0BEED663-FC38-4EAD-940F-4C475D2C87DB}" type="parTrans" cxnId="{C5E94186-9CB6-4C42-92B3-C546CC53A7B9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808B76D0-8EC7-469A-93AC-7A6017188A9D}" type="sibTrans" cxnId="{C5E94186-9CB6-4C42-92B3-C546CC53A7B9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4E8D2E69-0173-4BD3-B96A-7A9C5DD12B47}">
      <dgm:prSet custT="1"/>
      <dgm:spPr/>
      <dgm:t>
        <a:bodyPr rtlCol="0"/>
        <a:lstStyle/>
        <a:p>
          <a:pPr rtl="0"/>
          <a:r>
            <a:rPr lang="ja-JP" altLang="en-US" sz="2900" b="1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品質</a:t>
          </a:r>
        </a:p>
      </dgm:t>
    </dgm:pt>
    <dgm:pt modelId="{B954BF22-E3B3-4A1C-802E-590228BE2D9C}" type="parTrans" cxnId="{0F866C41-EB5F-47BD-A2CD-A58671F15B67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FEF1E80E-8A9E-4B0A-817C-2A4CFDCF3FB2}" type="sibTrans" cxnId="{0F866C41-EB5F-47BD-A2CD-A58671F15B67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93A6A030-ABAB-4EFA-B539-0FDB3E07C1EF}">
      <dgm:prSet custT="1"/>
      <dgm:spPr/>
      <dgm:t>
        <a:bodyPr rtlCol="0"/>
        <a:lstStyle/>
        <a:p>
          <a:pPr rtl="0"/>
          <a:r>
            <a:rPr lang="ja-JP" altLang="en-US" sz="2900" b="1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機器</a:t>
          </a:r>
        </a:p>
      </dgm:t>
    </dgm:pt>
    <dgm:pt modelId="{3D674B97-6DC6-4A12-85BA-0976D3064237}" type="parTrans" cxnId="{4B40C8DC-6B57-4F5B-8440-7241C649700B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BFE0749E-E343-4A6F-BD09-2810EE6B4BD7}" type="sibTrans" cxnId="{4B40C8DC-6B57-4F5B-8440-7241C649700B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76D56F19-2708-49DB-8F92-D8AC45F23A9A}">
      <dgm:prSet custT="1"/>
      <dgm:spPr/>
      <dgm:t>
        <a:bodyPr rtlCol="0"/>
        <a:lstStyle/>
        <a:p>
          <a:pPr rtl="0"/>
          <a:r>
            <a:rPr lang="ja-JP" altLang="en-US" sz="2900" b="1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サウンド</a:t>
          </a:r>
        </a:p>
      </dgm:t>
    </dgm:pt>
    <dgm:pt modelId="{9D5610C2-0A12-494A-AC46-8DD17C08B09F}" type="parTrans" cxnId="{32E90211-17E0-4DDF-9274-DD3E46D811B8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EC8965A1-F755-4945-8AAC-DCF1F68F011E}" type="sibTrans" cxnId="{32E90211-17E0-4DDF-9274-DD3E46D811B8}">
      <dgm:prSet/>
      <dgm:spPr/>
      <dgm:t>
        <a:bodyPr rtlCol="0"/>
        <a:lstStyle/>
        <a:p>
          <a:pPr rtl="0"/>
          <a:endParaRPr lang="ja-JP" altLang="en-US" b="1" noProof="0" dirty="0">
            <a:solidFill>
              <a:schemeClr val="bg1"/>
            </a:solidFill>
            <a:latin typeface="Meiryo UI" panose="020B0604030504040204" pitchFamily="50" charset="-128"/>
            <a:ea typeface="Meiryo UI" panose="020B0604030504040204" pitchFamily="50" charset="-128"/>
          </a:endParaRPr>
        </a:p>
      </dgm:t>
    </dgm:pt>
    <dgm:pt modelId="{22967A1D-BDE9-4D0A-AB78-7F20721E7F68}" type="pres">
      <dgm:prSet presAssocID="{D4503D04-C97E-4622-AE07-D0307CB3B4CA}" presName="cycle" presStyleCnt="0">
        <dgm:presLayoutVars>
          <dgm:dir/>
          <dgm:resizeHandles val="exact"/>
        </dgm:presLayoutVars>
      </dgm:prSet>
      <dgm:spPr/>
    </dgm:pt>
    <dgm:pt modelId="{660870CA-AA1C-4001-A9B1-BC470B34BF11}" type="pres">
      <dgm:prSet presAssocID="{AAC263CB-8256-4B03-92FE-1622698FB3E9}" presName="dummy" presStyleCnt="0"/>
      <dgm:spPr/>
    </dgm:pt>
    <dgm:pt modelId="{6ECBF5E3-372F-40D1-8262-3C42AD90050B}" type="pres">
      <dgm:prSet presAssocID="{AAC263CB-8256-4B03-92FE-1622698FB3E9}" presName="node" presStyleLbl="revTx" presStyleIdx="0" presStyleCnt="4">
        <dgm:presLayoutVars>
          <dgm:bulletEnabled val="1"/>
        </dgm:presLayoutVars>
      </dgm:prSet>
      <dgm:spPr/>
    </dgm:pt>
    <dgm:pt modelId="{47F95BF2-4284-419C-B2F3-E6C482802D89}" type="pres">
      <dgm:prSet presAssocID="{808B76D0-8EC7-469A-93AC-7A6017188A9D}" presName="sibTrans" presStyleLbl="node1" presStyleIdx="0" presStyleCnt="4"/>
      <dgm:spPr/>
    </dgm:pt>
    <dgm:pt modelId="{32774DA1-BC5B-48DD-BCCF-86A7A2295026}" type="pres">
      <dgm:prSet presAssocID="{4E8D2E69-0173-4BD3-B96A-7A9C5DD12B47}" presName="dummy" presStyleCnt="0"/>
      <dgm:spPr/>
    </dgm:pt>
    <dgm:pt modelId="{B15D1C63-BF69-4994-8B9D-1F6821D95BC2}" type="pres">
      <dgm:prSet presAssocID="{4E8D2E69-0173-4BD3-B96A-7A9C5DD12B47}" presName="node" presStyleLbl="revTx" presStyleIdx="1" presStyleCnt="4">
        <dgm:presLayoutVars>
          <dgm:bulletEnabled val="1"/>
        </dgm:presLayoutVars>
      </dgm:prSet>
      <dgm:spPr/>
    </dgm:pt>
    <dgm:pt modelId="{7569000F-A956-47EA-A969-4661AC406802}" type="pres">
      <dgm:prSet presAssocID="{FEF1E80E-8A9E-4B0A-817C-2A4CFDCF3FB2}" presName="sibTrans" presStyleLbl="node1" presStyleIdx="1" presStyleCnt="4"/>
      <dgm:spPr/>
    </dgm:pt>
    <dgm:pt modelId="{D2AA8E45-BE37-4478-A0FA-17F65557D513}" type="pres">
      <dgm:prSet presAssocID="{93A6A030-ABAB-4EFA-B539-0FDB3E07C1EF}" presName="dummy" presStyleCnt="0"/>
      <dgm:spPr/>
    </dgm:pt>
    <dgm:pt modelId="{E4724251-EF51-4929-BF86-870033DF1ACB}" type="pres">
      <dgm:prSet presAssocID="{93A6A030-ABAB-4EFA-B539-0FDB3E07C1EF}" presName="node" presStyleLbl="revTx" presStyleIdx="2" presStyleCnt="4">
        <dgm:presLayoutVars>
          <dgm:bulletEnabled val="1"/>
        </dgm:presLayoutVars>
      </dgm:prSet>
      <dgm:spPr/>
    </dgm:pt>
    <dgm:pt modelId="{D43AA551-0C05-43C8-9BF9-819F82BFE20C}" type="pres">
      <dgm:prSet presAssocID="{BFE0749E-E343-4A6F-BD09-2810EE6B4BD7}" presName="sibTrans" presStyleLbl="node1" presStyleIdx="2" presStyleCnt="4"/>
      <dgm:spPr/>
    </dgm:pt>
    <dgm:pt modelId="{7ACF83FA-6BA3-4354-AEBD-E5776D2970B0}" type="pres">
      <dgm:prSet presAssocID="{76D56F19-2708-49DB-8F92-D8AC45F23A9A}" presName="dummy" presStyleCnt="0"/>
      <dgm:spPr/>
    </dgm:pt>
    <dgm:pt modelId="{C20DC859-DC51-4B80-8CEB-5A5C09BE6656}" type="pres">
      <dgm:prSet presAssocID="{76D56F19-2708-49DB-8F92-D8AC45F23A9A}" presName="node" presStyleLbl="revTx" presStyleIdx="3" presStyleCnt="4">
        <dgm:presLayoutVars>
          <dgm:bulletEnabled val="1"/>
        </dgm:presLayoutVars>
      </dgm:prSet>
      <dgm:spPr/>
    </dgm:pt>
    <dgm:pt modelId="{F44FE96F-EE64-4955-A49D-015F95733893}" type="pres">
      <dgm:prSet presAssocID="{EC8965A1-F755-4945-8AAC-DCF1F68F011E}" presName="sibTrans" presStyleLbl="node1" presStyleIdx="3" presStyleCnt="4"/>
      <dgm:spPr/>
    </dgm:pt>
  </dgm:ptLst>
  <dgm:cxnLst>
    <dgm:cxn modelId="{32E90211-17E0-4DDF-9274-DD3E46D811B8}" srcId="{D4503D04-C97E-4622-AE07-D0307CB3B4CA}" destId="{76D56F19-2708-49DB-8F92-D8AC45F23A9A}" srcOrd="3" destOrd="0" parTransId="{9D5610C2-0A12-494A-AC46-8DD17C08B09F}" sibTransId="{EC8965A1-F755-4945-8AAC-DCF1F68F011E}"/>
    <dgm:cxn modelId="{763C5224-98D6-4138-8C6E-2EE0625435E0}" type="presOf" srcId="{EC8965A1-F755-4945-8AAC-DCF1F68F011E}" destId="{F44FE96F-EE64-4955-A49D-015F95733893}" srcOrd="0" destOrd="0" presId="urn:microsoft.com/office/officeart/2005/8/layout/cycle1"/>
    <dgm:cxn modelId="{0F866C41-EB5F-47BD-A2CD-A58671F15B67}" srcId="{D4503D04-C97E-4622-AE07-D0307CB3B4CA}" destId="{4E8D2E69-0173-4BD3-B96A-7A9C5DD12B47}" srcOrd="1" destOrd="0" parTransId="{B954BF22-E3B3-4A1C-802E-590228BE2D9C}" sibTransId="{FEF1E80E-8A9E-4B0A-817C-2A4CFDCF3FB2}"/>
    <dgm:cxn modelId="{B7C0ED41-8B89-4E71-A8FC-A2A177A507B8}" type="presOf" srcId="{93A6A030-ABAB-4EFA-B539-0FDB3E07C1EF}" destId="{E4724251-EF51-4929-BF86-870033DF1ACB}" srcOrd="0" destOrd="0" presId="urn:microsoft.com/office/officeart/2005/8/layout/cycle1"/>
    <dgm:cxn modelId="{C5E94186-9CB6-4C42-92B3-C546CC53A7B9}" srcId="{D4503D04-C97E-4622-AE07-D0307CB3B4CA}" destId="{AAC263CB-8256-4B03-92FE-1622698FB3E9}" srcOrd="0" destOrd="0" parTransId="{0BEED663-FC38-4EAD-940F-4C475D2C87DB}" sibTransId="{808B76D0-8EC7-469A-93AC-7A6017188A9D}"/>
    <dgm:cxn modelId="{21416C90-F8A6-494E-8497-75CC37F37BA3}" type="presOf" srcId="{D4503D04-C97E-4622-AE07-D0307CB3B4CA}" destId="{22967A1D-BDE9-4D0A-AB78-7F20721E7F68}" srcOrd="0" destOrd="0" presId="urn:microsoft.com/office/officeart/2005/8/layout/cycle1"/>
    <dgm:cxn modelId="{EABF1793-6A40-4EF8-A78C-912CA8939CF3}" type="presOf" srcId="{AAC263CB-8256-4B03-92FE-1622698FB3E9}" destId="{6ECBF5E3-372F-40D1-8262-3C42AD90050B}" srcOrd="0" destOrd="0" presId="urn:microsoft.com/office/officeart/2005/8/layout/cycle1"/>
    <dgm:cxn modelId="{ABF993B1-36F9-4E05-B066-9F607FE3C104}" type="presOf" srcId="{808B76D0-8EC7-469A-93AC-7A6017188A9D}" destId="{47F95BF2-4284-419C-B2F3-E6C482802D89}" srcOrd="0" destOrd="0" presId="urn:microsoft.com/office/officeart/2005/8/layout/cycle1"/>
    <dgm:cxn modelId="{DEF4E8B3-174B-48A7-AE36-668F6B71AA62}" type="presOf" srcId="{76D56F19-2708-49DB-8F92-D8AC45F23A9A}" destId="{C20DC859-DC51-4B80-8CEB-5A5C09BE6656}" srcOrd="0" destOrd="0" presId="urn:microsoft.com/office/officeart/2005/8/layout/cycle1"/>
    <dgm:cxn modelId="{BB4B07D2-E593-42AA-B6CB-3A6DD4333649}" type="presOf" srcId="{4E8D2E69-0173-4BD3-B96A-7A9C5DD12B47}" destId="{B15D1C63-BF69-4994-8B9D-1F6821D95BC2}" srcOrd="0" destOrd="0" presId="urn:microsoft.com/office/officeart/2005/8/layout/cycle1"/>
    <dgm:cxn modelId="{4B40C8DC-6B57-4F5B-8440-7241C649700B}" srcId="{D4503D04-C97E-4622-AE07-D0307CB3B4CA}" destId="{93A6A030-ABAB-4EFA-B539-0FDB3E07C1EF}" srcOrd="2" destOrd="0" parTransId="{3D674B97-6DC6-4A12-85BA-0976D3064237}" sibTransId="{BFE0749E-E343-4A6F-BD09-2810EE6B4BD7}"/>
    <dgm:cxn modelId="{1D8D96E4-B141-4F48-9B3E-9F2601DA2BAA}" type="presOf" srcId="{FEF1E80E-8A9E-4B0A-817C-2A4CFDCF3FB2}" destId="{7569000F-A956-47EA-A969-4661AC406802}" srcOrd="0" destOrd="0" presId="urn:microsoft.com/office/officeart/2005/8/layout/cycle1"/>
    <dgm:cxn modelId="{361F0EF2-F346-4F11-B365-FB412EB4C7AD}" type="presOf" srcId="{BFE0749E-E343-4A6F-BD09-2810EE6B4BD7}" destId="{D43AA551-0C05-43C8-9BF9-819F82BFE20C}" srcOrd="0" destOrd="0" presId="urn:microsoft.com/office/officeart/2005/8/layout/cycle1"/>
    <dgm:cxn modelId="{E1F72FF3-B0F3-4D58-A2E1-A49C149E3A65}" type="presParOf" srcId="{22967A1D-BDE9-4D0A-AB78-7F20721E7F68}" destId="{660870CA-AA1C-4001-A9B1-BC470B34BF11}" srcOrd="0" destOrd="0" presId="urn:microsoft.com/office/officeart/2005/8/layout/cycle1"/>
    <dgm:cxn modelId="{D5A1226D-DA15-4039-89C7-F6843DC1A926}" type="presParOf" srcId="{22967A1D-BDE9-4D0A-AB78-7F20721E7F68}" destId="{6ECBF5E3-372F-40D1-8262-3C42AD90050B}" srcOrd="1" destOrd="0" presId="urn:microsoft.com/office/officeart/2005/8/layout/cycle1"/>
    <dgm:cxn modelId="{06510B07-E3C3-4F48-AFC9-A13C4FF8642E}" type="presParOf" srcId="{22967A1D-BDE9-4D0A-AB78-7F20721E7F68}" destId="{47F95BF2-4284-419C-B2F3-E6C482802D89}" srcOrd="2" destOrd="0" presId="urn:microsoft.com/office/officeart/2005/8/layout/cycle1"/>
    <dgm:cxn modelId="{B757F51F-2E47-4F93-880F-6793A93D6B50}" type="presParOf" srcId="{22967A1D-BDE9-4D0A-AB78-7F20721E7F68}" destId="{32774DA1-BC5B-48DD-BCCF-86A7A2295026}" srcOrd="3" destOrd="0" presId="urn:microsoft.com/office/officeart/2005/8/layout/cycle1"/>
    <dgm:cxn modelId="{07C13167-8209-4911-BB2E-0EBE84AF21D7}" type="presParOf" srcId="{22967A1D-BDE9-4D0A-AB78-7F20721E7F68}" destId="{B15D1C63-BF69-4994-8B9D-1F6821D95BC2}" srcOrd="4" destOrd="0" presId="urn:microsoft.com/office/officeart/2005/8/layout/cycle1"/>
    <dgm:cxn modelId="{48576321-3AB2-449C-BAD9-14B91D13E9EF}" type="presParOf" srcId="{22967A1D-BDE9-4D0A-AB78-7F20721E7F68}" destId="{7569000F-A956-47EA-A969-4661AC406802}" srcOrd="5" destOrd="0" presId="urn:microsoft.com/office/officeart/2005/8/layout/cycle1"/>
    <dgm:cxn modelId="{5B6DB4CD-0EC1-4C7D-9ABA-244E0EA191DB}" type="presParOf" srcId="{22967A1D-BDE9-4D0A-AB78-7F20721E7F68}" destId="{D2AA8E45-BE37-4478-A0FA-17F65557D513}" srcOrd="6" destOrd="0" presId="urn:microsoft.com/office/officeart/2005/8/layout/cycle1"/>
    <dgm:cxn modelId="{4292A2B6-A9FF-4420-831A-E7EA27F8BB67}" type="presParOf" srcId="{22967A1D-BDE9-4D0A-AB78-7F20721E7F68}" destId="{E4724251-EF51-4929-BF86-870033DF1ACB}" srcOrd="7" destOrd="0" presId="urn:microsoft.com/office/officeart/2005/8/layout/cycle1"/>
    <dgm:cxn modelId="{A8394B41-BC99-488B-A198-54CF90FBF425}" type="presParOf" srcId="{22967A1D-BDE9-4D0A-AB78-7F20721E7F68}" destId="{D43AA551-0C05-43C8-9BF9-819F82BFE20C}" srcOrd="8" destOrd="0" presId="urn:microsoft.com/office/officeart/2005/8/layout/cycle1"/>
    <dgm:cxn modelId="{179B318E-47C2-486F-B896-B89C74AC3567}" type="presParOf" srcId="{22967A1D-BDE9-4D0A-AB78-7F20721E7F68}" destId="{7ACF83FA-6BA3-4354-AEBD-E5776D2970B0}" srcOrd="9" destOrd="0" presId="urn:microsoft.com/office/officeart/2005/8/layout/cycle1"/>
    <dgm:cxn modelId="{22ED0E4B-9C78-45BB-80A7-7A57C6AFBE61}" type="presParOf" srcId="{22967A1D-BDE9-4D0A-AB78-7F20721E7F68}" destId="{C20DC859-DC51-4B80-8CEB-5A5C09BE6656}" srcOrd="10" destOrd="0" presId="urn:microsoft.com/office/officeart/2005/8/layout/cycle1"/>
    <dgm:cxn modelId="{D44C6042-EA5B-477E-A482-25327495BA61}" type="presParOf" srcId="{22967A1D-BDE9-4D0A-AB78-7F20721E7F68}" destId="{F44FE96F-EE64-4955-A49D-015F95733893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BA634D-4C3B-482B-907C-28BFBD53CA43}">
      <dsp:nvSpPr>
        <dsp:cNvPr id="0" name=""/>
        <dsp:cNvSpPr/>
      </dsp:nvSpPr>
      <dsp:spPr>
        <a:xfrm>
          <a:off x="671348" y="82296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BF005-99C0-43B0-84C1-54A8998E7936}">
      <dsp:nvSpPr>
        <dsp:cNvPr id="0" name=""/>
        <dsp:cNvSpPr/>
      </dsp:nvSpPr>
      <dsp:spPr>
        <a:xfrm>
          <a:off x="176348" y="19031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3400" b="1" kern="1200" noProof="0" dirty="0">
              <a:latin typeface="Meiryo UI" panose="020B0604030504040204" pitchFamily="50" charset="-128"/>
              <a:ea typeface="Meiryo UI" panose="020B0604030504040204" pitchFamily="50" charset="-128"/>
            </a:rPr>
            <a:t>ギター</a:t>
          </a:r>
        </a:p>
      </dsp:txBody>
      <dsp:txXfrm>
        <a:off x="176348" y="1903136"/>
        <a:ext cx="1800000" cy="720000"/>
      </dsp:txXfrm>
    </dsp:sp>
    <dsp:sp modelId="{0491CB9F-040C-48D8-B3FC-29864DFF4EEE}">
      <dsp:nvSpPr>
        <dsp:cNvPr id="0" name=""/>
        <dsp:cNvSpPr/>
      </dsp:nvSpPr>
      <dsp:spPr>
        <a:xfrm>
          <a:off x="2786348" y="82296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8C3713-4DF9-46D6-8B93-2775A1081B0C}">
      <dsp:nvSpPr>
        <dsp:cNvPr id="0" name=""/>
        <dsp:cNvSpPr/>
      </dsp:nvSpPr>
      <dsp:spPr>
        <a:xfrm>
          <a:off x="2291348" y="19031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3400" b="1" kern="1200" noProof="0" dirty="0">
              <a:latin typeface="Meiryo UI" panose="020B0604030504040204" pitchFamily="50" charset="-128"/>
              <a:ea typeface="Meiryo UI" panose="020B0604030504040204" pitchFamily="50" charset="-128"/>
            </a:rPr>
            <a:t>ピアノ</a:t>
          </a:r>
        </a:p>
      </dsp:txBody>
      <dsp:txXfrm>
        <a:off x="2291348" y="1903136"/>
        <a:ext cx="1800000" cy="720000"/>
      </dsp:txXfrm>
    </dsp:sp>
    <dsp:sp modelId="{202FC02E-3907-4B0C-BA32-F98A4CCE37B7}">
      <dsp:nvSpPr>
        <dsp:cNvPr id="0" name=""/>
        <dsp:cNvSpPr/>
      </dsp:nvSpPr>
      <dsp:spPr>
        <a:xfrm>
          <a:off x="4901348" y="82296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0880CE-7DAB-4609-9717-C2173D5F8615}">
      <dsp:nvSpPr>
        <dsp:cNvPr id="0" name=""/>
        <dsp:cNvSpPr/>
      </dsp:nvSpPr>
      <dsp:spPr>
        <a:xfrm>
          <a:off x="4406348" y="19031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511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3400" b="1" kern="1200" noProof="0" dirty="0">
              <a:latin typeface="Meiryo UI" panose="020B0604030504040204" pitchFamily="50" charset="-128"/>
              <a:ea typeface="Meiryo UI" panose="020B0604030504040204" pitchFamily="50" charset="-128"/>
            </a:rPr>
            <a:t>ドラム</a:t>
          </a:r>
        </a:p>
      </dsp:txBody>
      <dsp:txXfrm>
        <a:off x="4406348" y="1903136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CBF5E3-372F-40D1-8262-3C42AD90050B}">
      <dsp:nvSpPr>
        <dsp:cNvPr id="0" name=""/>
        <dsp:cNvSpPr/>
      </dsp:nvSpPr>
      <dsp:spPr>
        <a:xfrm>
          <a:off x="4283798" y="7660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rtlCol="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900" b="1" kern="1200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選択</a:t>
          </a:r>
        </a:p>
      </dsp:txBody>
      <dsp:txXfrm>
        <a:off x="4283798" y="76609"/>
        <a:ext cx="1240912" cy="1240912"/>
      </dsp:txXfrm>
    </dsp:sp>
    <dsp:sp modelId="{47F95BF2-4284-419C-B2F3-E6C482802D89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548508"/>
            <a:gd name="adj4" fmla="val 205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5D1C63-BF69-4994-8B9D-1F6821D95BC2}">
      <dsp:nvSpPr>
        <dsp:cNvPr id="0" name=""/>
        <dsp:cNvSpPr/>
      </dsp:nvSpPr>
      <dsp:spPr>
        <a:xfrm>
          <a:off x="4283798" y="218393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rtlCol="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900" b="1" kern="1200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品質</a:t>
          </a:r>
        </a:p>
      </dsp:txBody>
      <dsp:txXfrm>
        <a:off x="4283798" y="2183939"/>
        <a:ext cx="1240912" cy="1240912"/>
      </dsp:txXfrm>
    </dsp:sp>
    <dsp:sp modelId="{7569000F-A956-47EA-A969-4661AC406802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5948508"/>
            <a:gd name="adj4" fmla="val 43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724251-EF51-4929-BF86-870033DF1ACB}">
      <dsp:nvSpPr>
        <dsp:cNvPr id="0" name=""/>
        <dsp:cNvSpPr/>
      </dsp:nvSpPr>
      <dsp:spPr>
        <a:xfrm>
          <a:off x="2176468" y="218393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rtlCol="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900" b="1" kern="1200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機器</a:t>
          </a:r>
        </a:p>
      </dsp:txBody>
      <dsp:txXfrm>
        <a:off x="2176468" y="2183939"/>
        <a:ext cx="1240912" cy="1240912"/>
      </dsp:txXfrm>
    </dsp:sp>
    <dsp:sp modelId="{D43AA551-0C05-43C8-9BF9-819F82BFE20C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11348508"/>
            <a:gd name="adj4" fmla="val 97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4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0DC859-DC51-4B80-8CEB-5A5C09BE6656}">
      <dsp:nvSpPr>
        <dsp:cNvPr id="0" name=""/>
        <dsp:cNvSpPr/>
      </dsp:nvSpPr>
      <dsp:spPr>
        <a:xfrm>
          <a:off x="2176468" y="76609"/>
          <a:ext cx="1240912" cy="1240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rtlCol="0" anchor="ctr" anchorCtr="0">
          <a:noAutofit/>
        </a:bodyPr>
        <a:lstStyle/>
        <a:p>
          <a:pPr marL="0" lvl="0" indent="0" algn="ctr" defTabSz="1289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900" b="1" kern="1200" noProof="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rPr>
            <a:t>サウンド</a:t>
          </a:r>
        </a:p>
      </dsp:txBody>
      <dsp:txXfrm>
        <a:off x="2176468" y="76609"/>
        <a:ext cx="1240912" cy="1240912"/>
      </dsp:txXfrm>
    </dsp:sp>
    <dsp:sp modelId="{F44FE96F-EE64-4955-A49D-015F95733893}">
      <dsp:nvSpPr>
        <dsp:cNvPr id="0" name=""/>
        <dsp:cNvSpPr/>
      </dsp:nvSpPr>
      <dsp:spPr>
        <a:xfrm>
          <a:off x="2098339" y="-1519"/>
          <a:ext cx="3504500" cy="3504500"/>
        </a:xfrm>
        <a:prstGeom prst="circularArrow">
          <a:avLst>
            <a:gd name="adj1" fmla="val 6905"/>
            <a:gd name="adj2" fmla="val 465568"/>
            <a:gd name="adj3" fmla="val 16748508"/>
            <a:gd name="adj4" fmla="val 15185925"/>
            <a:gd name="adj5" fmla="val 8056"/>
          </a:avLst>
        </a:prstGeom>
        <a:blipFill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5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7BAB027A-2A1D-48EB-8F72-FECFDDC28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FCD7351-B8E1-4E84-A843-E1F893364B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DBDF04-6516-4333-8E7E-F996A2D8A3D6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2026/7/4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FD36C6-EA5E-4BD0-87E7-741447988F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EFC0673-9FC7-49BF-BE0F-BE3E1594DF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1F29B67-F017-4BC9-B2B7-86C369453ADD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19141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02C7C3B-358A-4B26-93AC-B1C4E90436F9}" type="datetime1">
              <a:rPr lang="ja-JP" altLang="en-US" smtClean="0"/>
              <a:t>2026/7/4</a:t>
            </a:fld>
            <a:endParaRPr 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マスター テキストのスタイルを編集する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A7B2BF3-8F4B-4205-9926-9E913BA19D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5641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2066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5519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4469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A7B2BF3-8F4B-4205-9926-9E913BA19DC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942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画像 6" descr="レンガ-HD-R1a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フリーフォーム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フリーフォーム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フリーフォーム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フリーフォーム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rtlCol="0" anchor="b">
            <a:normAutofit/>
          </a:bodyPr>
          <a:lstStyle>
            <a:lvl1pPr algn="r">
              <a:defRPr sz="8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rtlCol="0"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 rtlCol="0"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1FC09F0-16FD-4185-8D07-84AF18493C2D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 rtlCol="0"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D22F896-40B5-4ADD-8801-0D06FADFA09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25" name="星 5​​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sz="quarter" idx="13" hasCustomPrompt="1"/>
          </p:nvPr>
        </p:nvSpPr>
        <p:spPr>
          <a:xfrm>
            <a:off x="685800" y="2063396"/>
            <a:ext cx="10394707" cy="3311189"/>
          </a:xfrm>
        </p:spPr>
        <p:txBody>
          <a:bodyPr rtlCol="0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5787B83-4874-4B6A-804C-1E246D9FDDE2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rtlCol="0" anchor="b">
            <a:normAutofit/>
          </a:bodyPr>
          <a:lstStyle>
            <a:lvl1pPr algn="l">
              <a:defRPr sz="5400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 hasCustomPrompt="1"/>
          </p:nvPr>
        </p:nvSpPr>
        <p:spPr>
          <a:xfrm>
            <a:off x="685801" y="3742267"/>
            <a:ext cx="10394707" cy="163961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516874-F6BD-4844-9469-8868C12611AF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タイトル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sz="quarter" idx="13" hasCustomPrompt="1"/>
          </p:nvPr>
        </p:nvSpPr>
        <p:spPr>
          <a:xfrm>
            <a:off x="685800" y="2063396"/>
            <a:ext cx="5088714" cy="3311189"/>
          </a:xfrm>
        </p:spPr>
        <p:txBody>
          <a:bodyPr rtlCol="0" anchor="t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13" name="コンテンツ プレースホルダー 3"/>
          <p:cNvSpPr>
            <a:spLocks noGrp="1"/>
          </p:cNvSpPr>
          <p:nvPr>
            <p:ph sz="quarter" idx="14" hasCustomPrompt="1"/>
          </p:nvPr>
        </p:nvSpPr>
        <p:spPr>
          <a:xfrm>
            <a:off x="5993971" y="2063396"/>
            <a:ext cx="5086538" cy="3311189"/>
          </a:xfrm>
        </p:spPr>
        <p:txBody>
          <a:bodyPr rtlCol="0" anchor="t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2FEE53-2BE7-47B7-A981-A21CFE3BCD98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タイトル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 rtlCol="0"/>
          <a:lstStyle>
            <a:lvl1pPr>
              <a:defRPr b="1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 hasCustomPrompt="1"/>
          </p:nvPr>
        </p:nvSpPr>
        <p:spPr>
          <a:xfrm>
            <a:off x="918356" y="2063396"/>
            <a:ext cx="4856158" cy="679994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12" name="コンテンツ プレースホルダー 3"/>
          <p:cNvSpPr>
            <a:spLocks noGrp="1"/>
          </p:cNvSpPr>
          <p:nvPr>
            <p:ph sz="quarter" idx="13" hasCustomPrompt="1"/>
          </p:nvPr>
        </p:nvSpPr>
        <p:spPr>
          <a:xfrm>
            <a:off x="685802" y="2861733"/>
            <a:ext cx="5088712" cy="2512852"/>
          </a:xfrm>
        </p:spPr>
        <p:txBody>
          <a:bodyPr rtlCol="0" anchor="t"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 hasCustomPrompt="1"/>
          </p:nvPr>
        </p:nvSpPr>
        <p:spPr>
          <a:xfrm>
            <a:off x="6218191" y="2063396"/>
            <a:ext cx="4864491" cy="679994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13" name="コンテンツ プレースホルダー 5"/>
          <p:cNvSpPr>
            <a:spLocks noGrp="1"/>
          </p:cNvSpPr>
          <p:nvPr>
            <p:ph sz="quarter" idx="14" hasCustomPrompt="1"/>
          </p:nvPr>
        </p:nvSpPr>
        <p:spPr>
          <a:xfrm>
            <a:off x="5993969" y="2861733"/>
            <a:ext cx="5088713" cy="2512852"/>
          </a:xfrm>
        </p:spPr>
        <p:txBody>
          <a:bodyPr rtlCol="0" anchor="t"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/>
            </a:lvl1pPr>
          </a:lstStyle>
          <a:p>
            <a:fld id="{13E9A766-6D57-41EE-A58D-088ECF87E221}" type="datetime1">
              <a:rPr lang="ja-JP" altLang="en-US" smtClean="0"/>
              <a:t>2026/7/4</a:t>
            </a:fld>
            <a:endParaRPr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="1"/>
            </a:lvl1pPr>
          </a:lstStyle>
          <a:p>
            <a:endParaRPr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="1"/>
            </a:lvl1pPr>
          </a:lstStyle>
          <a:p>
            <a:fld id="{6D22F896-40B5-4ADD-8801-0D06FADFA095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360C29-00AD-4E8A-ACD8-14AEB09E3894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5C0DCC-0EFC-4AC6-B4A3-3FC504FEA763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0" name="コンテンツ プレースホルダー 2"/>
          <p:cNvSpPr>
            <a:spLocks noGrp="1"/>
          </p:cNvSpPr>
          <p:nvPr>
            <p:ph sz="quarter" idx="13" hasCustomPrompt="1"/>
          </p:nvPr>
        </p:nvSpPr>
        <p:spPr>
          <a:xfrm>
            <a:off x="5046132" y="685800"/>
            <a:ext cx="6034375" cy="4688785"/>
          </a:xfrm>
        </p:spPr>
        <p:txBody>
          <a:bodyPr rtlCol="0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693642" y="2709052"/>
            <a:ext cx="4126861" cy="266553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6838EB-8B52-401B-B9E3-0D78F251EE68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キャプション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rtlCol="0" anchor="b">
            <a:normAutofit/>
          </a:bodyPr>
          <a:lstStyle>
            <a:lvl1pPr algn="ctr">
              <a:defRPr sz="3600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ja-JP" altLang="en-US" noProof="0"/>
              <a:t>アイコンをクリックして写真を追加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685801" y="2709052"/>
            <a:ext cx="6345301" cy="236248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93B6BA-3DDB-404E-B860-2D87BFE286CC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キャプション付きパノラマ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ja-JP" altLang="en-US" noProof="0"/>
              <a:t>アイコンをクリックして写真を追加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685780" y="4702923"/>
            <a:ext cx="10394728" cy="682472"/>
          </a:xfrm>
        </p:spPr>
        <p:txBody>
          <a:bodyPr rtlCol="0"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C8B8D0F-F438-46D9-9958-CF8CA9313549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rtlCol="0" anchor="ctr">
            <a:normAutofit/>
          </a:bodyPr>
          <a:lstStyle>
            <a:lvl1pPr algn="ctr">
              <a:defRPr sz="4800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685779" y="4106333"/>
            <a:ext cx="10394729" cy="127360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58E483-D482-4741-835B-A89007309C9E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符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rtlCol="0" anchor="ctr">
            <a:normAutofit/>
          </a:bodyPr>
          <a:lstStyle>
            <a:lvl1pPr algn="ctr">
              <a:defRPr sz="4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2" name="テキスト プレースホルダー 3"/>
          <p:cNvSpPr>
            <a:spLocks noGrp="1"/>
          </p:cNvSpPr>
          <p:nvPr>
            <p:ph type="body" sz="half" idx="13" hasCustomPrompt="1"/>
          </p:nvPr>
        </p:nvSpPr>
        <p:spPr>
          <a:xfrm>
            <a:off x="1550264" y="3610032"/>
            <a:ext cx="8667956" cy="37776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685801" y="4106334"/>
            <a:ext cx="10396882" cy="1268252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7FDDF21-2983-4D9B-B186-7115BA6FFF23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D22F896-40B5-4ADD-8801-0D06FADFA09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ja-JP" altLang="en-US" sz="8000" b="1" noProof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“</a:t>
            </a: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ja-JP" altLang="en-US" sz="8000" b="1" noProof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 hasCustomPrompt="1"/>
          </p:nvPr>
        </p:nvSpPr>
        <p:spPr>
          <a:xfrm>
            <a:off x="685800" y="4247468"/>
            <a:ext cx="10394707" cy="1140644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2C1D3A0-A9A3-448C-B4D9-9829F56F9BDD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タイトル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 rtlCol="0"/>
          <a:lstStyle>
            <a:lvl1pPr algn="ctr"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7" name="テキスト プレースホルダー 2"/>
          <p:cNvSpPr>
            <a:spLocks noGrp="1"/>
          </p:cNvSpPr>
          <p:nvPr>
            <p:ph type="body" idx="1" hasCustomPrompt="1"/>
          </p:nvPr>
        </p:nvSpPr>
        <p:spPr>
          <a:xfrm>
            <a:off x="685802" y="206339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8" name="テキスト プレースホルダー 3"/>
          <p:cNvSpPr>
            <a:spLocks noGrp="1"/>
          </p:cNvSpPr>
          <p:nvPr>
            <p:ph type="body" sz="half" idx="15" hasCustomPrompt="1"/>
          </p:nvPr>
        </p:nvSpPr>
        <p:spPr>
          <a:xfrm>
            <a:off x="685802" y="2639658"/>
            <a:ext cx="3310128" cy="273492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9" name="テキスト プレースホルダー 4"/>
          <p:cNvSpPr>
            <a:spLocks noGrp="1"/>
          </p:cNvSpPr>
          <p:nvPr>
            <p:ph type="body" sz="quarter" idx="3" hasCustomPrompt="1"/>
          </p:nvPr>
        </p:nvSpPr>
        <p:spPr>
          <a:xfrm>
            <a:off x="4234622" y="206339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10" name="テキスト プレースホルダー 3"/>
          <p:cNvSpPr>
            <a:spLocks noGrp="1"/>
          </p:cNvSpPr>
          <p:nvPr>
            <p:ph type="body" sz="half" idx="16" hasCustomPrompt="1"/>
          </p:nvPr>
        </p:nvSpPr>
        <p:spPr>
          <a:xfrm>
            <a:off x="4234621" y="2639658"/>
            <a:ext cx="3310128" cy="273492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11" name="テキスト プレースホルダー 4"/>
          <p:cNvSpPr>
            <a:spLocks noGrp="1"/>
          </p:cNvSpPr>
          <p:nvPr>
            <p:ph type="body" sz="quarter" idx="13" hasCustomPrompt="1"/>
          </p:nvPr>
        </p:nvSpPr>
        <p:spPr>
          <a:xfrm>
            <a:off x="7770380" y="206339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12" name="テキスト プレースホルダー 3"/>
          <p:cNvSpPr>
            <a:spLocks noGrp="1"/>
          </p:cNvSpPr>
          <p:nvPr>
            <p:ph type="body" sz="half" idx="17" hasCustomPrompt="1"/>
          </p:nvPr>
        </p:nvSpPr>
        <p:spPr>
          <a:xfrm>
            <a:off x="7770380" y="2639658"/>
            <a:ext cx="3310128" cy="273492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5D14171-C5D2-42C3-B4C0-35C79F82C258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D22F896-40B5-4ADD-8801-0D06FADFA09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タイトル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 rtlCol="0"/>
          <a:lstStyle>
            <a:lvl1pPr algn="ctr">
              <a:defRPr b="1"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9" name="テキスト プレースホルダー 2"/>
          <p:cNvSpPr>
            <a:spLocks noGrp="1"/>
          </p:cNvSpPr>
          <p:nvPr>
            <p:ph type="body" idx="1" hasCustomPrompt="1"/>
          </p:nvPr>
        </p:nvSpPr>
        <p:spPr>
          <a:xfrm>
            <a:off x="691840" y="381302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20" name="図プレースホルダー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アイコンをクリックして画像を追加</a:t>
            </a:r>
          </a:p>
        </p:txBody>
      </p:sp>
      <p:sp>
        <p:nvSpPr>
          <p:cNvPr id="21" name="テキスト プレースホルダー 3"/>
          <p:cNvSpPr>
            <a:spLocks noGrp="1"/>
          </p:cNvSpPr>
          <p:nvPr>
            <p:ph type="body" sz="half" idx="18" hasCustomPrompt="1"/>
          </p:nvPr>
        </p:nvSpPr>
        <p:spPr>
          <a:xfrm>
            <a:off x="691840" y="4389287"/>
            <a:ext cx="3310128" cy="98529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22" name="テキスト プレースホルダー 4"/>
          <p:cNvSpPr>
            <a:spLocks noGrp="1"/>
          </p:cNvSpPr>
          <p:nvPr>
            <p:ph type="body" sz="quarter" idx="3" hasCustomPrompt="1"/>
          </p:nvPr>
        </p:nvSpPr>
        <p:spPr>
          <a:xfrm>
            <a:off x="4237410" y="381302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23" name="図プレースホルダー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アイコンをクリックして写真を追加</a:t>
            </a:r>
          </a:p>
        </p:txBody>
      </p:sp>
      <p:sp>
        <p:nvSpPr>
          <p:cNvPr id="24" name="テキスト プレースホルダー 3"/>
          <p:cNvSpPr>
            <a:spLocks noGrp="1"/>
          </p:cNvSpPr>
          <p:nvPr>
            <p:ph type="body" sz="half" idx="19" hasCustomPrompt="1"/>
          </p:nvPr>
        </p:nvSpPr>
        <p:spPr>
          <a:xfrm>
            <a:off x="4235999" y="4389286"/>
            <a:ext cx="3310128" cy="98530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25" name="テキスト プレースホルダー 4"/>
          <p:cNvSpPr>
            <a:spLocks noGrp="1"/>
          </p:cNvSpPr>
          <p:nvPr>
            <p:ph type="body" sz="quarter" idx="13" hasCustomPrompt="1"/>
          </p:nvPr>
        </p:nvSpPr>
        <p:spPr>
          <a:xfrm>
            <a:off x="7768944" y="3813025"/>
            <a:ext cx="3310128" cy="576262"/>
          </a:xfrm>
        </p:spPr>
        <p:txBody>
          <a:bodyPr rtlCol="0"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26" name="図プレースホルダー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rtlCol="0" anchor="t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ja-JP" altLang="en-US" noProof="0"/>
              <a:t>アイコンをクリックして画像を追加</a:t>
            </a:r>
          </a:p>
        </p:txBody>
      </p:sp>
      <p:sp>
        <p:nvSpPr>
          <p:cNvPr id="27" name="テキスト プレースホルダー 3"/>
          <p:cNvSpPr>
            <a:spLocks noGrp="1"/>
          </p:cNvSpPr>
          <p:nvPr>
            <p:ph type="body" sz="half" idx="20" hasCustomPrompt="1"/>
          </p:nvPr>
        </p:nvSpPr>
        <p:spPr>
          <a:xfrm>
            <a:off x="7768819" y="4389284"/>
            <a:ext cx="3310128" cy="98530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 b="1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ja-JP" altLang="en-US" noProof="0"/>
              <a:t>マスター テキストのスタイルを編集する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="1"/>
            </a:lvl1pPr>
          </a:lstStyle>
          <a:p>
            <a:fld id="{4551244A-3EAA-40A2-AE89-28DEFE9E87A5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="1"/>
            </a:lvl1pPr>
          </a:lstStyle>
          <a:p>
            <a:endParaRPr lang="ja-JP" altLang="en-US" noProof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="1"/>
            </a:lvl1pPr>
          </a:lstStyle>
          <a:p>
            <a:fld id="{6D22F896-40B5-4ADD-8801-0D06FADFA09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r">
              <a:defRPr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1" name="縦書きテキスト プレースホルダー 2"/>
          <p:cNvSpPr>
            <a:spLocks noGrp="1"/>
          </p:cNvSpPr>
          <p:nvPr>
            <p:ph type="body" orient="vert" sz="quarter" idx="13" hasCustomPrompt="1"/>
          </p:nvPr>
        </p:nvSpPr>
        <p:spPr>
          <a:xfrm>
            <a:off x="685800" y="2063396"/>
            <a:ext cx="10394707" cy="3311190"/>
          </a:xfrm>
        </p:spPr>
        <p:txBody>
          <a:bodyPr vert="eaVert" rtlCol="0" anchor="t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8D33EC-2992-4977-B5C6-FB71ACF8AAD1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8" name="縦書きテキスト プレースホルダー 2"/>
          <p:cNvSpPr>
            <a:spLocks noGrp="1"/>
          </p:cNvSpPr>
          <p:nvPr>
            <p:ph type="body" orient="vert" sz="quarter" idx="13" hasCustomPrompt="1"/>
          </p:nvPr>
        </p:nvSpPr>
        <p:spPr>
          <a:xfrm>
            <a:off x="685800" y="685800"/>
            <a:ext cx="7904431" cy="4688785"/>
          </a:xfrm>
        </p:spPr>
        <p:txBody>
          <a:bodyPr vert="eaVert" rtlCol="0" anchor="t"/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FC66BD-7E05-4B3A-B421-D8811A0B6297}" type="datetime1">
              <a:rPr lang="ja-JP" altLang="en-US" noProof="0" smtClean="0"/>
              <a:t>2026/7/4</a:t>
            </a:fld>
            <a:endParaRPr lang="ja-JP" altLang="en-US" noProof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en-US" altLang="ja-JP" noProof="0" smtClean="0"/>
              <a:t>‹#›</a:t>
            </a:fld>
            <a:endParaRPr lang="ja-JP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画像 6" descr="レンガ-HD-R1a.jpg"/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グループ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長方形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フリーフォーム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長方形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ja-JP" altLang="en-US" noProof="0"/>
              <a:t>マスター テキストのスタイルを編集する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b="1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2C076A0-83ED-408A-8869-695C71D97BBF}" type="datetime1">
              <a:rPr lang="ja-JP" altLang="en-US" noProof="0" smtClean="0"/>
              <a:t>2026/7/4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b="1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b="1" cap="all" baseline="0">
                <a:solidFill>
                  <a:schemeClr val="accent1">
                    <a:lumMod val="40000"/>
                    <a:lumOff val="6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D22F896-40B5-4ADD-8801-0D06FADFA095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 cap="all" baseline="0">
          <a:solidFill>
            <a:schemeClr val="accent1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b="1" kern="1200" cap="all" baseline="0">
          <a:solidFill>
            <a:schemeClr val="tx1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b="1" kern="1200" cap="all" baseline="0">
          <a:solidFill>
            <a:schemeClr val="tx1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b="1" kern="1200" cap="all" baseline="0">
          <a:solidFill>
            <a:schemeClr val="tx1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b="1" kern="1200" cap="all" baseline="0">
          <a:solidFill>
            <a:schemeClr val="tx1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b="1" kern="1200" cap="all" baseline="0">
          <a:solidFill>
            <a:schemeClr val="tx1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7.jpeg"/><Relationship Id="rId10" Type="http://schemas.microsoft.com/office/2007/relationships/diagramDrawing" Target="../diagrams/drawing1.xml"/><Relationship Id="rId4" Type="http://schemas.openxmlformats.org/officeDocument/2006/relationships/image" Target="../media/image6.jp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4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1.jpe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画像 22">
            <a:extLst>
              <a:ext uri="{FF2B5EF4-FFF2-40B4-BE49-F238E27FC236}">
                <a16:creationId xmlns:a16="http://schemas.microsoft.com/office/drawing/2014/main" id="{42D1525B-4547-4D1B-9851-1E544B2AF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5" name="長方形 24">
            <a:extLst>
              <a:ext uri="{FF2B5EF4-FFF2-40B4-BE49-F238E27FC236}">
                <a16:creationId xmlns:a16="http://schemas.microsoft.com/office/drawing/2014/main" id="{BD4EAD20-33A5-46F5-A616-E1A84F3F9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6974"/>
            <a:ext cx="12188952" cy="2601025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027D09F-2F1E-4DAD-B786-189E47A2A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258" y="4716401"/>
            <a:ext cx="11886369" cy="1073627"/>
          </a:xfrm>
        </p:spPr>
        <p:txBody>
          <a:bodyPr rtlCol="0">
            <a:normAutofit/>
          </a:bodyPr>
          <a:lstStyle/>
          <a:p>
            <a:pPr algn="ctr" rtl="0"/>
            <a:r>
              <a:rPr lang="ja-JP" altLang="en-US" sz="7000" b="1">
                <a:latin typeface="Meiryo UI" panose="020B0604030504040204" pitchFamily="50" charset="-128"/>
                <a:ea typeface="Meiryo UI" panose="020B0604030504040204" pitchFamily="50" charset="-128"/>
              </a:rPr>
              <a:t>音楽のメイン イベントのデザイン</a:t>
            </a:r>
          </a:p>
        </p:txBody>
      </p:sp>
      <p:sp>
        <p:nvSpPr>
          <p:cNvPr id="27" name="星 5​​ 31">
            <a:extLst>
              <a:ext uri="{FF2B5EF4-FFF2-40B4-BE49-F238E27FC236}">
                <a16:creationId xmlns:a16="http://schemas.microsoft.com/office/drawing/2014/main" id="{ADCCECA8-1C81-4A56-B427-3863A2F34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03408" y="6388943"/>
            <a:ext cx="373049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BEF96823-18E9-4FD7-A8FB-A5248AAB3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957" y="5790868"/>
            <a:ext cx="10792448" cy="562506"/>
          </a:xfrm>
        </p:spPr>
        <p:txBody>
          <a:bodyPr rtlCol="0">
            <a:normAutofit/>
          </a:bodyPr>
          <a:lstStyle/>
          <a:p>
            <a:pPr algn="ctr" rtl="0"/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すべてのスタイルと楽器</a:t>
            </a:r>
          </a:p>
        </p:txBody>
      </p:sp>
      <p:sp>
        <p:nvSpPr>
          <p:cNvPr id="29" name="長方形 28">
            <a:extLst>
              <a:ext uri="{FF2B5EF4-FFF2-40B4-BE49-F238E27FC236}">
                <a16:creationId xmlns:a16="http://schemas.microsoft.com/office/drawing/2014/main" id="{3F7699AD-901F-4BB3-B188-BA6FACB7E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954" y="457201"/>
            <a:ext cx="11261749" cy="3343894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画像 4" descr="ピアノ">
            <a:extLst>
              <a:ext uri="{FF2B5EF4-FFF2-40B4-BE49-F238E27FC236}">
                <a16:creationId xmlns:a16="http://schemas.microsoft.com/office/drawing/2014/main" id="{1408D6ED-00BD-4F1D-9B16-DF0CD8E63D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"/>
          <a:stretch/>
        </p:blipFill>
        <p:spPr>
          <a:xfrm rot="21600000">
            <a:off x="691547" y="691546"/>
            <a:ext cx="10805789" cy="2874505"/>
          </a:xfrm>
          <a:prstGeom prst="rect">
            <a:avLst/>
          </a:prstGeom>
        </p:spPr>
      </p:pic>
      <p:cxnSp>
        <p:nvCxnSpPr>
          <p:cNvPr id="31" name="直線​​コネクタ(S) 30">
            <a:extLst>
              <a:ext uri="{FF2B5EF4-FFF2-40B4-BE49-F238E27FC236}">
                <a16:creationId xmlns:a16="http://schemas.microsoft.com/office/drawing/2014/main" id="{E995B1FF-4519-489E-98AD-9BF76D733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2134" y="4491323"/>
            <a:ext cx="12201086" cy="0"/>
          </a:xfrm>
          <a:prstGeom prst="line">
            <a:avLst/>
          </a:pr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11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画像 104">
            <a:extLst>
              <a:ext uri="{FF2B5EF4-FFF2-40B4-BE49-F238E27FC236}">
                <a16:creationId xmlns:a16="http://schemas.microsoft.com/office/drawing/2014/main" id="{284D9E6E-1488-4C48-96E2-5AD22DB15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07" name="長方形 106">
            <a:extLst>
              <a:ext uri="{FF2B5EF4-FFF2-40B4-BE49-F238E27FC236}">
                <a16:creationId xmlns:a16="http://schemas.microsoft.com/office/drawing/2014/main" id="{259A489D-D09D-415E-86FC-38C9FDE75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979952" cy="6644081"/>
          </a:xfrm>
          <a:prstGeom prst="rect">
            <a:avLst/>
          </a:pr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コンテンツ プレースホルダー 4" descr="ギター">
            <a:extLst>
              <a:ext uri="{FF2B5EF4-FFF2-40B4-BE49-F238E27FC236}">
                <a16:creationId xmlns:a16="http://schemas.microsoft.com/office/drawing/2014/main" id="{150CE2A5-651E-4827-9FE3-B4DD9A8631F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1" r="-3" b="-3"/>
          <a:stretch/>
        </p:blipFill>
        <p:spPr>
          <a:xfrm>
            <a:off x="7793391" y="234347"/>
            <a:ext cx="3680817" cy="5903415"/>
          </a:xfrm>
          <a:prstGeom prst="rect">
            <a:avLst/>
          </a:prstGeom>
          <a:ln>
            <a:noFill/>
          </a:ln>
        </p:spPr>
      </p:pic>
      <p:sp>
        <p:nvSpPr>
          <p:cNvPr id="109" name="フリーフォーム(F) 9">
            <a:extLst>
              <a:ext uri="{FF2B5EF4-FFF2-40B4-BE49-F238E27FC236}">
                <a16:creationId xmlns:a16="http://schemas.microsoft.com/office/drawing/2014/main" id="{519759D8-4786-4286-B5C6-BA530F880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397" y="0"/>
            <a:ext cx="11773291" cy="6419514"/>
          </a:xfrm>
          <a:custGeom>
            <a:avLst/>
            <a:gdLst/>
            <a:ahLst/>
            <a:cxnLst/>
            <a:rect l="l" t="t" r="r" b="b"/>
            <a:pathLst>
              <a:path w="11773291" h="6419514">
                <a:moveTo>
                  <a:pt x="11750059" y="0"/>
                </a:moveTo>
                <a:lnTo>
                  <a:pt x="11773291" y="6419514"/>
                </a:lnTo>
                <a:lnTo>
                  <a:pt x="0" y="641104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1" name="長方形 110">
            <a:extLst>
              <a:ext uri="{FF2B5EF4-FFF2-40B4-BE49-F238E27FC236}">
                <a16:creationId xmlns:a16="http://schemas.microsoft.com/office/drawing/2014/main" id="{C36BB43D-3044-4A61-A858-BB2E2A3C4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7554139" cy="6380796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1941825-9472-4B27-9F6F-14975494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690479"/>
            <a:ext cx="6382699" cy="1146825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5000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お気に入りの楽器</a:t>
            </a:r>
          </a:p>
        </p:txBody>
      </p:sp>
      <p:graphicFrame>
        <p:nvGraphicFramePr>
          <p:cNvPr id="11" name="コンテンツ プレースホルダー 8" descr="SmartArt アイコン">
            <a:extLst>
              <a:ext uri="{FF2B5EF4-FFF2-40B4-BE49-F238E27FC236}">
                <a16:creationId xmlns:a16="http://schemas.microsoft.com/office/drawing/2014/main" id="{A69EFAEB-7803-4570-BF4F-2A2B33D063D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7032617"/>
              </p:ext>
            </p:extLst>
          </p:nvPr>
        </p:nvGraphicFramePr>
        <p:xfrm>
          <a:off x="685800" y="2063395"/>
          <a:ext cx="6382697" cy="3446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89925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コンテンツ プレースホルダー 4" descr="五線紙">
            <a:extLst>
              <a:ext uri="{FF2B5EF4-FFF2-40B4-BE49-F238E27FC236}">
                <a16:creationId xmlns:a16="http://schemas.microsoft.com/office/drawing/2014/main" id="{150CE2A5-651E-4827-9FE3-B4DD9A8631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4" name="長方形 10">
            <a:extLst>
              <a:ext uri="{FF2B5EF4-FFF2-40B4-BE49-F238E27FC236}">
                <a16:creationId xmlns:a16="http://schemas.microsoft.com/office/drawing/2014/main" id="{522A3B49-07A4-4A7B-A39D-DC5ED0FFD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 rot="21420000">
            <a:off x="4300962" y="605592"/>
            <a:ext cx="8044106" cy="5638800"/>
          </a:xfrm>
          <a:custGeom>
            <a:avLst/>
            <a:gdLst/>
            <a:ahLst/>
            <a:cxnLst/>
            <a:rect l="l" t="t" r="r" b="b"/>
            <a:pathLst>
              <a:path w="8044106" h="5638800">
                <a:moveTo>
                  <a:pt x="8044106" y="0"/>
                </a:moveTo>
                <a:lnTo>
                  <a:pt x="7748589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8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1941825-9472-4B27-9F6F-14975494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1420000">
            <a:off x="4677415" y="1010443"/>
            <a:ext cx="6851126" cy="1151965"/>
          </a:xfrm>
        </p:spPr>
        <p:txBody>
          <a:bodyPr rtlCol="0">
            <a:normAutofit/>
          </a:bodyPr>
          <a:lstStyle/>
          <a:p>
            <a:pPr algn="ctr" rtl="0"/>
            <a:r>
              <a:rPr lang="ja-JP" altLang="en-US" b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サウンドスケープ</a:t>
            </a:r>
          </a:p>
        </p:txBody>
      </p:sp>
      <p:graphicFrame>
        <p:nvGraphicFramePr>
          <p:cNvPr id="6" name="コンテンツ プレースホルダー 2" descr="SmartArt">
            <a:extLst>
              <a:ext uri="{FF2B5EF4-FFF2-40B4-BE49-F238E27FC236}">
                <a16:creationId xmlns:a16="http://schemas.microsoft.com/office/drawing/2014/main" id="{EF55FACC-BA2B-4481-BDCC-AA2BB41EAB6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21304416"/>
              </p:ext>
            </p:extLst>
          </p:nvPr>
        </p:nvGraphicFramePr>
        <p:xfrm>
          <a:off x="4532673" y="2477730"/>
          <a:ext cx="7701180" cy="3501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2587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画像 9">
            <a:extLst>
              <a:ext uri="{FF2B5EF4-FFF2-40B4-BE49-F238E27FC236}">
                <a16:creationId xmlns:a16="http://schemas.microsoft.com/office/drawing/2014/main" id="{06FBDB6D-C867-4B7E-98CA-AAB660F0C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フリーフォーム 11">
            <a:extLst>
              <a:ext uri="{FF2B5EF4-FFF2-40B4-BE49-F238E27FC236}">
                <a16:creationId xmlns:a16="http://schemas.microsoft.com/office/drawing/2014/main" id="{5EF97233-7CDB-4FD4-811B-61312619D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フリーフォーム 13">
            <a:extLst>
              <a:ext uri="{FF2B5EF4-FFF2-40B4-BE49-F238E27FC236}">
                <a16:creationId xmlns:a16="http://schemas.microsoft.com/office/drawing/2014/main" id="{67AB86AF-A175-42C9-8DBA-236F5945A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フリーフォーム 25">
            <a:extLst>
              <a:ext uri="{FF2B5EF4-FFF2-40B4-BE49-F238E27FC236}">
                <a16:creationId xmlns:a16="http://schemas.microsoft.com/office/drawing/2014/main" id="{23475548-9413-4CE3-949D-A4EE4CD04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フリーフォーム 14">
            <a:extLst>
              <a:ext uri="{FF2B5EF4-FFF2-40B4-BE49-F238E27FC236}">
                <a16:creationId xmlns:a16="http://schemas.microsoft.com/office/drawing/2014/main" id="{A3F0B377-147D-4F91-9886-741D879AE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星 5​​ 24">
            <a:extLst>
              <a:ext uri="{FF2B5EF4-FFF2-40B4-BE49-F238E27FC236}">
                <a16:creationId xmlns:a16="http://schemas.microsoft.com/office/drawing/2014/main" id="{6EDCE5C8-BF06-4560-947E-C27807124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22" name="画像 21">
            <a:extLst>
              <a:ext uri="{FF2B5EF4-FFF2-40B4-BE49-F238E27FC236}">
                <a16:creationId xmlns:a16="http://schemas.microsoft.com/office/drawing/2014/main" id="{375378EE-FE3D-4551-A94E-776CFE4D1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24" name="長方形 23">
            <a:extLst>
              <a:ext uri="{FF2B5EF4-FFF2-40B4-BE49-F238E27FC236}">
                <a16:creationId xmlns:a16="http://schemas.microsoft.com/office/drawing/2014/main" id="{EF177991-0C3B-4122-AB91-00BA089B5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6" y="0"/>
            <a:ext cx="4632997" cy="6858000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フリーフォーム 5">
            <a:extLst>
              <a:ext uri="{FF2B5EF4-FFF2-40B4-BE49-F238E27FC236}">
                <a16:creationId xmlns:a16="http://schemas.microsoft.com/office/drawing/2014/main" id="{628835F9-198F-4A96-BF64-262FAD1E5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856" y="0"/>
            <a:ext cx="4293205" cy="657664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19C5523-8FCF-4E66-94E3-5F1C55AF7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855" y="1304459"/>
            <a:ext cx="3326650" cy="96325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rtl="0"/>
            <a:r>
              <a:rPr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お問い合わせ</a:t>
            </a:r>
          </a:p>
        </p:txBody>
      </p:sp>
      <p:sp>
        <p:nvSpPr>
          <p:cNvPr id="28" name="長方形 27">
            <a:extLst>
              <a:ext uri="{FF2B5EF4-FFF2-40B4-BE49-F238E27FC236}">
                <a16:creationId xmlns:a16="http://schemas.microsoft.com/office/drawing/2014/main" id="{0B48F305-14E4-4907-9C20-EAA8E95D3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856" y="0"/>
            <a:ext cx="4248871" cy="226225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長方形 29">
            <a:extLst>
              <a:ext uri="{FF2B5EF4-FFF2-40B4-BE49-F238E27FC236}">
                <a16:creationId xmlns:a16="http://schemas.microsoft.com/office/drawing/2014/main" id="{60465D16-3079-43DA-B7E7-59869074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537" y="5762147"/>
            <a:ext cx="4250216" cy="780581"/>
          </a:xfrm>
          <a:prstGeom prst="rect">
            <a:avLst/>
          </a:pr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2" name="長方形 31">
            <a:extLst>
              <a:ext uri="{FF2B5EF4-FFF2-40B4-BE49-F238E27FC236}">
                <a16:creationId xmlns:a16="http://schemas.microsoft.com/office/drawing/2014/main" id="{50BD2166-8817-4385-9D91-5F543992A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1883" y="450792"/>
            <a:ext cx="6636823" cy="5950008"/>
          </a:xfrm>
          <a:prstGeom prst="rect">
            <a:avLst/>
          </a:prstGeom>
          <a:solidFill>
            <a:schemeClr val="bg1"/>
          </a:solidFill>
          <a:ln w="57150" cmpd="thinThick">
            <a:noFill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画像 4" descr="バイオリン">
            <a:extLst>
              <a:ext uri="{FF2B5EF4-FFF2-40B4-BE49-F238E27FC236}">
                <a16:creationId xmlns:a16="http://schemas.microsoft.com/office/drawing/2014/main" id="{9B705401-F51B-4B01-9DD2-FC03D4F5DE9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5321367" y="684680"/>
            <a:ext cx="6174771" cy="5482657"/>
          </a:xfrm>
          <a:prstGeom prst="rect">
            <a:avLst/>
          </a:prstGeo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0D05F2-F0CA-4B61-B2F8-4908C04DD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7490" y="2267713"/>
            <a:ext cx="3600677" cy="3120399"/>
          </a:xfrm>
        </p:spPr>
        <p:txBody>
          <a:bodyPr rtlCol="0"/>
          <a:lstStyle/>
          <a:p>
            <a:pPr rtl="0"/>
            <a:r>
              <a:rPr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someone@example.com</a:t>
            </a:r>
            <a:endParaRPr lang="ja-JP" alt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3016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メイン イベント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8BEAE3-B910-482E-B0A6-CB5128B6E01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0111CE6-646D-4C8C-96A0-8760322ED1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B3F9D6-3525-4197-A14D-66A2B898C8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</Words>
  <Application>Microsoft Office PowerPoint</Application>
  <PresentationFormat>ワイド画面</PresentationFormat>
  <Paragraphs>17</Paragraphs>
  <Slides>4</Slides>
  <Notes>4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メイン イベント</vt:lpstr>
      <vt:lpstr>音楽のメイン イベントのデザイン</vt:lpstr>
      <vt:lpstr>お気に入りの楽器</vt:lpstr>
      <vt:lpstr>サウンドスケープ</vt:lpstr>
      <vt:lpstr>お問い合わせ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2026-07-05T04:20:18Z</dcterms:created>
  <dcterms:modified xsi:type="dcterms:W3CDTF">2026-07-05T04:20:42Z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