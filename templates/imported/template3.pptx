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89" r:id="rId5"/>
    <p:sldId id="288" r:id="rId6"/>
    <p:sldId id="276" r:id="rId7"/>
    <p:sldId id="283" r:id="rId8"/>
    <p:sldId id="261" r:id="rId9"/>
    <p:sldId id="257" r:id="rId10"/>
    <p:sldId id="264" r:id="rId11"/>
    <p:sldId id="265" r:id="rId12"/>
    <p:sldId id="263" r:id="rId13"/>
    <p:sldId id="268" r:id="rId14"/>
    <p:sldId id="266" r:id="rId15"/>
    <p:sldId id="267" r:id="rId16"/>
    <p:sldId id="262" r:id="rId17"/>
  </p:sldIdLst>
  <p:sldSz cx="12192000" cy="6858000"/>
  <p:notesSz cx="6858000" cy="9144000"/>
  <p:defaultTextStyle>
    <a:defPPr rtl="0">
      <a:defRPr lang="ja-JP"/>
    </a:defPPr>
    <a:lvl1pPr marL="0" algn="l" defTabSz="9144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658" autoAdjust="0"/>
    <p:restoredTop sz="94694" autoAdjust="0"/>
  </p:normalViewPr>
  <p:slideViewPr>
    <p:cSldViewPr snapToGrid="0">
      <p:cViewPr varScale="1">
        <p:scale>
          <a:sx n="102" d="100"/>
          <a:sy n="102" d="100"/>
        </p:scale>
        <p:origin x="1200" y="1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>
        <p:scale>
          <a:sx n="80" d="100"/>
          <a:sy n="80" d="100"/>
        </p:scale>
        <p:origin x="4002" y="15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3976AB79-C677-3DB7-78CF-9305D58614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ja-JP" sz="1200"/>
            </a:lvl1pPr>
          </a:lstStyle>
          <a:p>
            <a:pPr rtl="0"/>
            <a:endParaRPr lang="ja-JP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13AB137-CEA6-0244-F12B-1ECC21172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ja-JP" sz="1200"/>
            </a:lvl1pPr>
          </a:lstStyle>
          <a:p>
            <a:pPr rtl="0"/>
            <a:fld id="{FBE58534-96D2-43FE-8036-2E9B6FFF7E13}" type="datetime1">
              <a:rPr lang="ja-JP" altLang="en-US" smtClean="0">
                <a:latin typeface="Meiryo UI" panose="020B0604030504040204" pitchFamily="50" charset="-128"/>
                <a:ea typeface="Meiryo UI" panose="020B0604030504040204" pitchFamily="50" charset="-128"/>
              </a:rPr>
              <a:t>2026/7/4</a:t>
            </a:fld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868EC96-C6CC-F2AF-D90F-143F4D20A0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ja-JP" sz="1200"/>
            </a:lvl1pPr>
          </a:lstStyle>
          <a:p>
            <a:pPr rtl="0"/>
            <a:endParaRPr lang="ja-JP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72027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ja-JP"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ja-JP"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0C883E21-9759-4B25-ABC5-2DDC15E0C70B}" type="datetime1">
              <a:rPr lang="en-US" altLang="ja-JP" smtClean="0"/>
              <a:pPr/>
              <a:t>7/4/2026</a:t>
            </a:fld>
            <a:endParaRPr lang="ja-JP" altLang="en-US" dirty="0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ja-JP"/>
            </a:defPPr>
          </a:lstStyle>
          <a:p>
            <a:pPr rtl="0"/>
            <a:endParaRPr lang="ja-JP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ja-JP"/>
            </a:defPPr>
          </a:lstStyle>
          <a:p>
            <a:pPr lvl="0" rtl="0"/>
            <a:r>
              <a:rPr lang="ja-JP" dirty="0"/>
              <a:t>クリックしてマスター テキストのスタイルを編集</a:t>
            </a:r>
          </a:p>
          <a:p>
            <a:pPr lvl="1" rtl="0"/>
            <a:r>
              <a:rPr lang="ja-JP" dirty="0"/>
              <a:t>第 2 レベル</a:t>
            </a:r>
          </a:p>
          <a:p>
            <a:pPr lvl="2" rtl="0"/>
            <a:r>
              <a:rPr lang="ja-JP" dirty="0"/>
              <a:t>第 3 レベル</a:t>
            </a:r>
          </a:p>
          <a:p>
            <a:pPr lvl="3" rtl="0"/>
            <a:r>
              <a:rPr lang="ja-JP" dirty="0"/>
              <a:t>第 4 レベル</a:t>
            </a:r>
          </a:p>
          <a:p>
            <a:pPr lvl="4" rtl="0"/>
            <a:r>
              <a:rPr lang="ja-JP" dirty="0"/>
              <a:t>第 5 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ja-JP"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ja-JP"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CC5DA344-5FA2-43F7-9D95-CA56C82B080A}" type="slidenum">
              <a:rPr lang="en-US" altLang="ja-JP" smtClean="0"/>
              <a:pPr/>
              <a:t>‹#›</a:t>
            </a:fld>
            <a:endParaRPr lang="en-US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55762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ja-JP"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1pPr>
    <a:lvl2pPr marL="457200" algn="l" defTabSz="914400" rtl="0" eaLnBrk="1" latinLnBrk="0" hangingPunct="1">
      <a:defRPr lang="ja-JP"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2pPr>
    <a:lvl3pPr marL="914400" algn="l" defTabSz="914400" rtl="0" eaLnBrk="1" latinLnBrk="0" hangingPunct="1">
      <a:defRPr lang="ja-JP"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3pPr>
    <a:lvl4pPr marL="1371600" algn="l" defTabSz="914400" rtl="0" eaLnBrk="1" latinLnBrk="0" hangingPunct="1">
      <a:defRPr lang="ja-JP"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4pPr>
    <a:lvl5pPr marL="1828800" algn="l" defTabSz="914400" rtl="0" eaLnBrk="1" latinLnBrk="0" hangingPunct="1">
      <a:defRPr lang="ja-JP"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5pPr>
    <a:lvl6pPr marL="2286000" algn="l" defTabSz="914400" rtl="0" eaLnBrk="1" latinLnBrk="0" hangingPunct="1">
      <a:defRPr lang="ja-JP" sz="1200" kern="1200">
        <a:solidFill>
          <a:schemeClr val="tx1"/>
        </a:solidFill>
        <a:latin typeface="+mn-cs"/>
        <a:ea typeface="+mn-ea"/>
        <a:cs typeface="+mn-cs"/>
      </a:defRPr>
    </a:lvl6pPr>
    <a:lvl7pPr marL="2743200" algn="l" defTabSz="914400" rtl="0" eaLnBrk="1" latinLnBrk="0" hangingPunct="1">
      <a:defRPr lang="ja-JP" sz="1200" kern="1200">
        <a:solidFill>
          <a:schemeClr val="tx1"/>
        </a:solidFill>
        <a:latin typeface="+mn-cs"/>
        <a:ea typeface="+mn-ea"/>
        <a:cs typeface="+mn-cs"/>
      </a:defRPr>
    </a:lvl7pPr>
    <a:lvl8pPr marL="3200400" algn="l" defTabSz="914400" rtl="0" eaLnBrk="1" latinLnBrk="0" hangingPunct="1">
      <a:defRPr lang="ja-JP" sz="1200" kern="1200">
        <a:solidFill>
          <a:schemeClr val="tx1"/>
        </a:solidFill>
        <a:latin typeface="+mn-cs"/>
        <a:ea typeface="+mn-ea"/>
        <a:cs typeface="+mn-cs"/>
      </a:defRPr>
    </a:lvl8pPr>
    <a:lvl9pPr marL="3657600" algn="l" defTabSz="914400" rtl="0" eaLnBrk="1" latinLnBrk="0" hangingPunct="1">
      <a:defRPr lang="ja-JP" sz="1200" kern="1200">
        <a:solidFill>
          <a:schemeClr val="tx1"/>
        </a:solidFill>
        <a:latin typeface="+mn-cs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endParaRPr 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fld id="{CC5DA344-5FA2-43F7-9D95-CA56C82B080A}" type="slidenum">
              <a:rPr lang="ja-JP" smtClean="0"/>
              <a:t>1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6954445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endParaRPr 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fld id="{CC5DA344-5FA2-43F7-9D95-CA56C82B080A}" type="slidenum">
              <a:rPr lang="ja-JP" smtClean="0"/>
              <a:t>2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37276347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endParaRPr 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fld id="{CC5DA344-5FA2-43F7-9D95-CA56C82B080A}" type="slidenum">
              <a:rPr lang="ja-JP" smtClean="0"/>
              <a:t>3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12330452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endParaRPr 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fld id="{CC5DA344-5FA2-43F7-9D95-CA56C82B080A}" type="slidenum">
              <a:rPr lang="ja-JP" smtClean="0"/>
              <a:t>4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4658523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endParaRPr lang="ja-JP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fld id="{CC5DA344-5FA2-43F7-9D95-CA56C82B080A}" type="slidenum">
              <a:rPr lang="ja-JP" smtClean="0"/>
              <a:t>5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39884402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endParaRPr 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fld id="{CC5DA344-5FA2-43F7-9D95-CA56C82B080A}" type="slidenum">
              <a:rPr lang="ja-JP" smtClean="0"/>
              <a:t>6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7440479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endParaRPr 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fld id="{CC5DA344-5FA2-43F7-9D95-CA56C82B080A}" type="slidenum">
              <a:rPr lang="ja-JP" smtClean="0"/>
              <a:t>7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14957996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endParaRPr 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fld id="{CC5DA344-5FA2-43F7-9D95-CA56C82B080A}" type="slidenum">
              <a:rPr lang="ja-JP" smtClean="0"/>
              <a:t>8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15887698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endParaRPr 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fld id="{CC5DA344-5FA2-43F7-9D95-CA56C82B080A}" type="slidenum">
              <a:rPr lang="ja-JP" smtClean="0"/>
              <a:t>9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2065083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endParaRPr 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fld id="{CC5DA344-5FA2-43F7-9D95-CA56C82B080A}" type="slidenum">
              <a:rPr lang="ja-JP" smtClean="0"/>
              <a:t>10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7112980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endParaRPr 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fld id="{CC5DA344-5FA2-43F7-9D95-CA56C82B080A}" type="slidenum">
              <a:rPr lang="ja-JP" smtClean="0"/>
              <a:t>11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27299733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endParaRPr 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fld id="{CC5DA344-5FA2-43F7-9D95-CA56C82B080A}" type="slidenum">
              <a:rPr lang="ja-JP" smtClean="0"/>
              <a:t>12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32818806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endParaRPr 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fld id="{CC5DA344-5FA2-43F7-9D95-CA56C82B080A}" type="slidenum">
              <a:rPr lang="ja-JP" smtClean="0"/>
              <a:t>13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29744152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のみ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線​​コネクタ(S) 6">
            <a:extLst>
              <a:ext uri="{FF2B5EF4-FFF2-40B4-BE49-F238E27FC236}">
                <a16:creationId xmlns:a16="http://schemas.microsoft.com/office/drawing/2014/main" id="{74AAEB19-4B49-2801-9B15-7682CDF04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​​コネクタ(S) 7">
            <a:extLst>
              <a:ext uri="{FF2B5EF4-FFF2-40B4-BE49-F238E27FC236}">
                <a16:creationId xmlns:a16="http://schemas.microsoft.com/office/drawing/2014/main" id="{FD23C3EC-28B3-4644-8BE5-3288734B46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タイトル 1">
            <a:extLst>
              <a:ext uri="{FF2B5EF4-FFF2-40B4-BE49-F238E27FC236}">
                <a16:creationId xmlns:a16="http://schemas.microsoft.com/office/drawing/2014/main" id="{2E8C189B-2E00-67DA-E342-3440F5EBB4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57468" y="486137"/>
            <a:ext cx="5427584" cy="3599727"/>
          </a:xfrm>
        </p:spPr>
        <p:txBody>
          <a:bodyPr rtlCol="0" anchor="b" anchorCtr="0">
            <a:noAutofit/>
          </a:bodyPr>
          <a:lstStyle>
            <a:lvl1pPr algn="l">
              <a:defRPr lang="ja-JP" sz="4400" cap="all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ja-JP" dirty="0"/>
              <a:t>クリックしてタイトルを追加</a:t>
            </a:r>
          </a:p>
        </p:txBody>
      </p:sp>
      <p:sp>
        <p:nvSpPr>
          <p:cNvPr id="13" name="図プレースホルダー 12">
            <a:extLst>
              <a:ext uri="{FF2B5EF4-FFF2-40B4-BE49-F238E27FC236}">
                <a16:creationId xmlns:a16="http://schemas.microsoft.com/office/drawing/2014/main" id="{B64FCBF4-90E6-FFAA-143D-3A01CE52569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24774" y="-6713"/>
            <a:ext cx="6578801" cy="6894576"/>
          </a:xfrm>
          <a:custGeom>
            <a:avLst/>
            <a:gdLst>
              <a:gd name="connsiteX0" fmla="*/ 0 w 6613525"/>
              <a:gd name="connsiteY0" fmla="*/ 0 h 6858000"/>
              <a:gd name="connsiteX1" fmla="*/ 6613525 w 6613525"/>
              <a:gd name="connsiteY1" fmla="*/ 0 h 6858000"/>
              <a:gd name="connsiteX2" fmla="*/ 6613525 w 6613525"/>
              <a:gd name="connsiteY2" fmla="*/ 6858000 h 6858000"/>
              <a:gd name="connsiteX3" fmla="*/ 0 w 6613525"/>
              <a:gd name="connsiteY3" fmla="*/ 6858000 h 6858000"/>
              <a:gd name="connsiteX4" fmla="*/ 0 w 6613525"/>
              <a:gd name="connsiteY4" fmla="*/ 0 h 6858000"/>
              <a:gd name="connsiteX0" fmla="*/ 1875099 w 6613525"/>
              <a:gd name="connsiteY0" fmla="*/ 0 h 6858000"/>
              <a:gd name="connsiteX1" fmla="*/ 6613525 w 6613525"/>
              <a:gd name="connsiteY1" fmla="*/ 0 h 6858000"/>
              <a:gd name="connsiteX2" fmla="*/ 6613525 w 6613525"/>
              <a:gd name="connsiteY2" fmla="*/ 6858000 h 6858000"/>
              <a:gd name="connsiteX3" fmla="*/ 0 w 6613525"/>
              <a:gd name="connsiteY3" fmla="*/ 6858000 h 6858000"/>
              <a:gd name="connsiteX4" fmla="*/ 1875099 w 6613525"/>
              <a:gd name="connsiteY4" fmla="*/ 0 h 6858000"/>
              <a:gd name="connsiteX0" fmla="*/ 1840375 w 6578801"/>
              <a:gd name="connsiteY0" fmla="*/ 0 h 6869575"/>
              <a:gd name="connsiteX1" fmla="*/ 6578801 w 6578801"/>
              <a:gd name="connsiteY1" fmla="*/ 0 h 6869575"/>
              <a:gd name="connsiteX2" fmla="*/ 6578801 w 6578801"/>
              <a:gd name="connsiteY2" fmla="*/ 6858000 h 6869575"/>
              <a:gd name="connsiteX3" fmla="*/ 0 w 6578801"/>
              <a:gd name="connsiteY3" fmla="*/ 6869575 h 6869575"/>
              <a:gd name="connsiteX4" fmla="*/ 1840375 w 6578801"/>
              <a:gd name="connsiteY4" fmla="*/ 0 h 6869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8801" h="6869575">
                <a:moveTo>
                  <a:pt x="1840375" y="0"/>
                </a:moveTo>
                <a:lnTo>
                  <a:pt x="6578801" y="0"/>
                </a:lnTo>
                <a:lnTo>
                  <a:pt x="6578801" y="6858000"/>
                </a:lnTo>
                <a:lnTo>
                  <a:pt x="0" y="6869575"/>
                </a:lnTo>
                <a:lnTo>
                  <a:pt x="1840375" y="0"/>
                </a:lnTo>
                <a:close/>
              </a:path>
            </a:pathLst>
          </a:custGeom>
        </p:spPr>
        <p:txBody>
          <a:bodyPr tIns="274320" rIns="274320" rtlCol="0">
            <a:normAutofit/>
          </a:bodyPr>
          <a:lstStyle>
            <a:lvl1pPr marL="0" indent="0" algn="r">
              <a:buNone/>
              <a:defRPr lang="ja-JP" sz="2000"/>
            </a:lvl1pPr>
          </a:lstStyle>
          <a:p>
            <a:pPr rtl="0"/>
            <a:r>
              <a:rPr lang="ja-JP"/>
              <a:t>アイコンをクリックして画像を追加</a:t>
            </a:r>
          </a:p>
        </p:txBody>
      </p:sp>
    </p:spTree>
    <p:extLst>
      <p:ext uri="{BB962C8B-B14F-4D97-AF65-F5344CB8AC3E}">
        <p14:creationId xmlns:p14="http://schemas.microsoft.com/office/powerpoint/2010/main" val="3424675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フリーフォーム(F) 6">
            <a:extLst>
              <a:ext uri="{FF2B5EF4-FFF2-40B4-BE49-F238E27FC236}">
                <a16:creationId xmlns:a16="http://schemas.microsoft.com/office/drawing/2014/main" id="{E1BBEEFE-AE8A-8083-54B6-DBE9BC0E9F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42863" y="0"/>
            <a:ext cx="4658392" cy="6858000"/>
          </a:xfrm>
          <a:custGeom>
            <a:avLst/>
            <a:gdLst>
              <a:gd name="connsiteX0" fmla="*/ 0 w 4658392"/>
              <a:gd name="connsiteY0" fmla="*/ 0 h 6858000"/>
              <a:gd name="connsiteX1" fmla="*/ 4658392 w 4658392"/>
              <a:gd name="connsiteY1" fmla="*/ 0 h 6858000"/>
              <a:gd name="connsiteX2" fmla="*/ 2820797 w 4658392"/>
              <a:gd name="connsiteY2" fmla="*/ 6858000 h 6858000"/>
              <a:gd name="connsiteX3" fmla="*/ 0 w 4658392"/>
              <a:gd name="connsiteY3" fmla="*/ 6858000 h 6858000"/>
              <a:gd name="connsiteX4" fmla="*/ 0 w 4658392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58392" h="6858000">
                <a:moveTo>
                  <a:pt x="0" y="0"/>
                </a:moveTo>
                <a:lnTo>
                  <a:pt x="4658392" y="0"/>
                </a:lnTo>
                <a:lnTo>
                  <a:pt x="2820797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ja-JP"/>
            </a:defPPr>
          </a:lstStyle>
          <a:p>
            <a:pPr algn="ctr" rtl="0"/>
            <a:endParaRPr lang="ja-JP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8" name="直線​​コネクタ(S) 7">
            <a:extLst>
              <a:ext uri="{FF2B5EF4-FFF2-40B4-BE49-F238E27FC236}">
                <a16:creationId xmlns:a16="http://schemas.microsoft.com/office/drawing/2014/main" id="{E64FF31D-04D7-B1F4-53B1-AA4170602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​​コネクタ(S) 8">
            <a:extLst>
              <a:ext uri="{FF2B5EF4-FFF2-40B4-BE49-F238E27FC236}">
                <a16:creationId xmlns:a16="http://schemas.microsoft.com/office/drawing/2014/main" id="{D9F040EF-92FF-AEA1-BBA6-A4B739E119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​​コネクタ(S) 9">
            <a:extLst>
              <a:ext uri="{FF2B5EF4-FFF2-40B4-BE49-F238E27FC236}">
                <a16:creationId xmlns:a16="http://schemas.microsoft.com/office/drawing/2014/main" id="{ECA59A84-C321-FDF9-555F-1FB322EBBC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タイトル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09286"/>
            <a:ext cx="3200400" cy="5617193"/>
          </a:xfrm>
        </p:spPr>
        <p:txBody>
          <a:bodyPr rtlCol="0">
            <a:noAutofit/>
          </a:bodyPr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dirty="0"/>
              <a:t>クリックしてタイトルを追加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23412" y="509286"/>
            <a:ext cx="4328932" cy="5617194"/>
          </a:xfrm>
        </p:spPr>
        <p:txBody>
          <a:bodyPr rtlCol="0" anchor="ctr" anchorCtr="0"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buNone/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57200" indent="0">
              <a:lnSpc>
                <a:spcPct val="150000"/>
              </a:lnSpc>
              <a:spcBef>
                <a:spcPts val="1000"/>
              </a:spcBef>
              <a:buNone/>
              <a:defRPr lang="ja-JP" sz="16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marL="914400" indent="0">
              <a:lnSpc>
                <a:spcPct val="150000"/>
              </a:lnSpc>
              <a:spcBef>
                <a:spcPts val="1000"/>
              </a:spcBef>
              <a:buNone/>
              <a:defRPr lang="ja-JP" sz="14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 marL="1371600" indent="0">
              <a:lnSpc>
                <a:spcPct val="150000"/>
              </a:lnSpc>
              <a:spcBef>
                <a:spcPts val="1000"/>
              </a:spcBef>
              <a:buNone/>
              <a:defRPr lang="ja-JP" sz="12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 marL="1828800" indent="0">
              <a:lnSpc>
                <a:spcPct val="150000"/>
              </a:lnSpc>
              <a:spcBef>
                <a:spcPts val="1000"/>
              </a:spcBef>
              <a:buNone/>
              <a:defRPr lang="ja-JP" sz="120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 rtl="0"/>
            <a:r>
              <a:rPr lang="ja-JP"/>
              <a:t>クリックしてテキストを追加</a:t>
            </a:r>
          </a:p>
          <a:p>
            <a:pPr lvl="1" rtl="0"/>
            <a:r>
              <a:rPr lang="ja-JP"/>
              <a:t>第 2 レベル</a:t>
            </a:r>
          </a:p>
          <a:p>
            <a:pPr lvl="2" rtl="0"/>
            <a:r>
              <a:rPr lang="ja-JP"/>
              <a:t>第 3 レベル</a:t>
            </a:r>
          </a:p>
          <a:p>
            <a:pPr lvl="3" rtl="0"/>
            <a:r>
              <a:rPr lang="ja-JP"/>
              <a:t>第 4 レベル</a:t>
            </a:r>
          </a:p>
          <a:p>
            <a:pPr lvl="4" rtl="0"/>
            <a:r>
              <a:rPr lang="ja-JP"/>
              <a:t>第 5 レベル</a:t>
            </a:r>
          </a:p>
        </p:txBody>
      </p:sp>
      <p:sp>
        <p:nvSpPr>
          <p:cNvPr id="14" name="図プレースホルダー 13">
            <a:extLst>
              <a:ext uri="{FF2B5EF4-FFF2-40B4-BE49-F238E27FC236}">
                <a16:creationId xmlns:a16="http://schemas.microsoft.com/office/drawing/2014/main" id="{760CD5A6-A0E4-A658-65B1-0D6C0533166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548813" y="-22860"/>
            <a:ext cx="2651760" cy="6903720"/>
          </a:xfrm>
        </p:spPr>
        <p:txBody>
          <a:bodyPr lIns="182880" tIns="274320" rIns="182880" rtlCol="0">
            <a:normAutofit/>
          </a:bodyPr>
          <a:lstStyle>
            <a:lvl1pPr marL="0" indent="0" algn="ctr">
              <a:buNone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/>
              <a:t>アイコンをクリックして画像を追加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32305A83-681A-4147-8548-38452B121B45}" type="datetime1">
              <a:rPr lang="ja-JP" altLang="en-US" smtClean="0"/>
              <a:t>2026/7/4</a:t>
            </a:fld>
            <a:endParaRPr 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CBD12358-51D2-46B3-9BDE-DF29528B9454}" type="slidenum">
              <a:rPr lang="en-US" altLang="ja-JP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14388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+ 画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​​コネクタ(S) 1">
            <a:extLst>
              <a:ext uri="{FF2B5EF4-FFF2-40B4-BE49-F238E27FC236}">
                <a16:creationId xmlns:a16="http://schemas.microsoft.com/office/drawing/2014/main" id="{C6EC6AF9-CC07-5258-9160-8C6391530C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線​​コネクタ(S) 2">
            <a:extLst>
              <a:ext uri="{FF2B5EF4-FFF2-40B4-BE49-F238E27FC236}">
                <a16:creationId xmlns:a16="http://schemas.microsoft.com/office/drawing/2014/main" id="{5BC6DCCE-3025-75FB-9405-8D51DCD63D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​​コネクタ(S) 6">
            <a:extLst>
              <a:ext uri="{FF2B5EF4-FFF2-40B4-BE49-F238E27FC236}">
                <a16:creationId xmlns:a16="http://schemas.microsoft.com/office/drawing/2014/main" id="{7516CCC3-736F-49AC-F079-9A090DAA81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​​コネクタ(S) 8">
            <a:extLst>
              <a:ext uri="{FF2B5EF4-FFF2-40B4-BE49-F238E27FC236}">
                <a16:creationId xmlns:a16="http://schemas.microsoft.com/office/drawing/2014/main" id="{33BF578A-ADDB-6713-E5AD-0FF27EDC2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タイトル 1">
            <a:extLst>
              <a:ext uri="{FF2B5EF4-FFF2-40B4-BE49-F238E27FC236}">
                <a16:creationId xmlns:a16="http://schemas.microsoft.com/office/drawing/2014/main" id="{076C4EAC-BBDE-1963-BD72-3BD2A47DC59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743671"/>
            <a:ext cx="9144000" cy="3361254"/>
          </a:xfrm>
        </p:spPr>
        <p:txBody>
          <a:bodyPr rtlCol="0" anchor="b">
            <a:noAutofit/>
          </a:bodyPr>
          <a:lstStyle>
            <a:lvl1pPr algn="ctr">
              <a:defRPr lang="ja-JP" sz="4400"/>
            </a:lvl1pPr>
          </a:lstStyle>
          <a:p>
            <a:pPr rtl="0"/>
            <a:r>
              <a:rPr lang="ja-JP" dirty="0"/>
              <a:t>クリックしてタイトルを追加</a:t>
            </a:r>
          </a:p>
        </p:txBody>
      </p:sp>
      <p:sp>
        <p:nvSpPr>
          <p:cNvPr id="8" name="図プレースホルダー 7">
            <a:extLst>
              <a:ext uri="{FF2B5EF4-FFF2-40B4-BE49-F238E27FC236}">
                <a16:creationId xmlns:a16="http://schemas.microsoft.com/office/drawing/2014/main" id="{E592AF4F-2F83-7005-B3AC-6FCC7FB1914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7620" y="4766434"/>
            <a:ext cx="12207240" cy="2121408"/>
          </a:xfrm>
        </p:spPr>
        <p:txBody>
          <a:bodyPr rtlCol="0">
            <a:noAutofit/>
          </a:bodyPr>
          <a:lstStyle>
            <a:lvl1pPr marL="0" indent="0" algn="ctr">
              <a:buNone/>
              <a:defRPr lang="ja-JP" sz="2000"/>
            </a:lvl1pPr>
          </a:lstStyle>
          <a:p>
            <a:pPr rtl="0"/>
            <a:r>
              <a:rPr lang="ja-JP"/>
              <a:t>アイコンをクリックして画像を追加</a:t>
            </a:r>
          </a:p>
        </p:txBody>
      </p:sp>
    </p:spTree>
    <p:extLst>
      <p:ext uri="{BB962C8B-B14F-4D97-AF65-F5344CB8AC3E}">
        <p14:creationId xmlns:p14="http://schemas.microsoft.com/office/powerpoint/2010/main" val="3298420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+ サブタイトル + 画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線​​コネクタ(S) 7">
            <a:extLst>
              <a:ext uri="{FF2B5EF4-FFF2-40B4-BE49-F238E27FC236}">
                <a16:creationId xmlns:a16="http://schemas.microsoft.com/office/drawing/2014/main" id="{83CF0EA4-D201-44E7-3558-D05CB4233E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​​コネクタ(S) 8">
            <a:extLst>
              <a:ext uri="{FF2B5EF4-FFF2-40B4-BE49-F238E27FC236}">
                <a16:creationId xmlns:a16="http://schemas.microsoft.com/office/drawing/2014/main" id="{7A643EA3-ACAA-539C-A041-266A895A2B1C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​​コネクタ(S) 9">
            <a:extLst>
              <a:ext uri="{FF2B5EF4-FFF2-40B4-BE49-F238E27FC236}">
                <a16:creationId xmlns:a16="http://schemas.microsoft.com/office/drawing/2014/main" id="{1681E18B-2347-8DB6-2A7F-3EAC100A41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タイトル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5072" y="528320"/>
            <a:ext cx="5028566" cy="3354992"/>
          </a:xfrm>
        </p:spPr>
        <p:txBody>
          <a:bodyPr rtlCol="0" anchor="b">
            <a:noAutofit/>
          </a:bodyPr>
          <a:lstStyle>
            <a:lvl1pPr algn="l">
              <a:defRPr lang="ja-JP" sz="4400"/>
            </a:lvl1pPr>
          </a:lstStyle>
          <a:p>
            <a:pPr rtl="0"/>
            <a:endParaRPr lang="ja-JP" dirty="0"/>
          </a:p>
        </p:txBody>
      </p:sp>
      <p:sp>
        <p:nvSpPr>
          <p:cNvPr id="3" name="サブタイトル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15072" y="4027992"/>
            <a:ext cx="5028565" cy="1894972"/>
          </a:xfrm>
        </p:spPr>
        <p:txBody>
          <a:bodyPr rtlCol="0">
            <a:noAutofit/>
          </a:bodyPr>
          <a:lstStyle>
            <a:lvl1pPr marL="0" indent="0" algn="l">
              <a:buNone/>
              <a:defRPr lang="ja-JP" sz="1800" b="1" cap="all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lang="ja-JP" sz="2000"/>
            </a:lvl2pPr>
            <a:lvl3pPr marL="914400" indent="0" algn="ctr">
              <a:buNone/>
              <a:defRPr lang="ja-JP" sz="1800"/>
            </a:lvl3pPr>
            <a:lvl4pPr marL="1371600" indent="0" algn="ctr">
              <a:buNone/>
              <a:defRPr lang="ja-JP" sz="1600"/>
            </a:lvl4pPr>
            <a:lvl5pPr marL="1828800" indent="0" algn="ctr">
              <a:buNone/>
              <a:defRPr lang="ja-JP" sz="1600"/>
            </a:lvl5pPr>
            <a:lvl6pPr marL="2286000" indent="0" algn="ctr">
              <a:buNone/>
              <a:defRPr lang="ja-JP" sz="1600"/>
            </a:lvl6pPr>
            <a:lvl7pPr marL="2743200" indent="0" algn="ctr">
              <a:buNone/>
              <a:defRPr lang="ja-JP" sz="1600"/>
            </a:lvl7pPr>
            <a:lvl8pPr marL="3200400" indent="0" algn="ctr">
              <a:buNone/>
              <a:defRPr lang="ja-JP" sz="1600"/>
            </a:lvl8pPr>
            <a:lvl9pPr marL="3657600" indent="0" algn="ctr">
              <a:buNone/>
              <a:defRPr lang="ja-JP" sz="1600"/>
            </a:lvl9pPr>
          </a:lstStyle>
          <a:p>
            <a:pPr rtl="0"/>
            <a:r>
              <a:rPr lang="ja-JP"/>
              <a:t>クリックしてサブタイトルを追加</a:t>
            </a:r>
          </a:p>
        </p:txBody>
      </p:sp>
      <p:sp>
        <p:nvSpPr>
          <p:cNvPr id="7" name="図プレースホルダー 7">
            <a:extLst>
              <a:ext uri="{FF2B5EF4-FFF2-40B4-BE49-F238E27FC236}">
                <a16:creationId xmlns:a16="http://schemas.microsoft.com/office/drawing/2014/main" id="{AA872EE9-FDFB-95A7-3547-DCAA0B51FE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57326" y="-11576"/>
            <a:ext cx="4946249" cy="6903720"/>
          </a:xfrm>
          <a:custGeom>
            <a:avLst/>
            <a:gdLst>
              <a:gd name="connsiteX0" fmla="*/ 0 w 4977139"/>
              <a:gd name="connsiteY0" fmla="*/ 0 h 6858000"/>
              <a:gd name="connsiteX1" fmla="*/ 4977139 w 4977139"/>
              <a:gd name="connsiteY1" fmla="*/ 0 h 6858000"/>
              <a:gd name="connsiteX2" fmla="*/ 4977139 w 4977139"/>
              <a:gd name="connsiteY2" fmla="*/ 6858000 h 6858000"/>
              <a:gd name="connsiteX3" fmla="*/ 0 w 4977139"/>
              <a:gd name="connsiteY3" fmla="*/ 6858000 h 6858000"/>
              <a:gd name="connsiteX4" fmla="*/ 0 w 4977139"/>
              <a:gd name="connsiteY4" fmla="*/ 0 h 6858000"/>
              <a:gd name="connsiteX0" fmla="*/ 0 w 4977139"/>
              <a:gd name="connsiteY0" fmla="*/ 0 h 6892724"/>
              <a:gd name="connsiteX1" fmla="*/ 4977139 w 4977139"/>
              <a:gd name="connsiteY1" fmla="*/ 0 h 6892724"/>
              <a:gd name="connsiteX2" fmla="*/ 4977139 w 4977139"/>
              <a:gd name="connsiteY2" fmla="*/ 6858000 h 6892724"/>
              <a:gd name="connsiteX3" fmla="*/ 1863524 w 4977139"/>
              <a:gd name="connsiteY3" fmla="*/ 6892724 h 6892724"/>
              <a:gd name="connsiteX4" fmla="*/ 0 w 4977139"/>
              <a:gd name="connsiteY4" fmla="*/ 0 h 6892724"/>
              <a:gd name="connsiteX0" fmla="*/ 0 w 4977139"/>
              <a:gd name="connsiteY0" fmla="*/ 0 h 6892724"/>
              <a:gd name="connsiteX1" fmla="*/ 4977139 w 4977139"/>
              <a:gd name="connsiteY1" fmla="*/ 0 h 6892724"/>
              <a:gd name="connsiteX2" fmla="*/ 4977139 w 4977139"/>
              <a:gd name="connsiteY2" fmla="*/ 6892724 h 6892724"/>
              <a:gd name="connsiteX3" fmla="*/ 1863524 w 4977139"/>
              <a:gd name="connsiteY3" fmla="*/ 6892724 h 6892724"/>
              <a:gd name="connsiteX4" fmla="*/ 0 w 4977139"/>
              <a:gd name="connsiteY4" fmla="*/ 0 h 68927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7139" h="6892724">
                <a:moveTo>
                  <a:pt x="0" y="0"/>
                </a:moveTo>
                <a:lnTo>
                  <a:pt x="4977139" y="0"/>
                </a:lnTo>
                <a:lnTo>
                  <a:pt x="4977139" y="6892724"/>
                </a:lnTo>
                <a:lnTo>
                  <a:pt x="1863524" y="6892724"/>
                </a:lnTo>
                <a:lnTo>
                  <a:pt x="0" y="0"/>
                </a:lnTo>
                <a:close/>
              </a:path>
            </a:pathLst>
          </a:custGeom>
        </p:spPr>
        <p:txBody>
          <a:bodyPr tIns="274320" rIns="274320" rtlCol="0">
            <a:normAutofit/>
          </a:bodyPr>
          <a:lstStyle>
            <a:lvl1pPr marL="0" indent="0" algn="r">
              <a:buNone/>
              <a:defRPr lang="ja-JP" sz="2000"/>
            </a:lvl1pPr>
          </a:lstStyle>
          <a:p>
            <a:pPr rtl="0"/>
            <a:r>
              <a:rPr lang="ja-JP"/>
              <a:t>アイコンをクリックして画像を追加</a:t>
            </a:r>
          </a:p>
        </p:txBody>
      </p:sp>
    </p:spTree>
    <p:extLst>
      <p:ext uri="{BB962C8B-B14F-4D97-AF65-F5344CB8AC3E}">
        <p14:creationId xmlns:p14="http://schemas.microsoft.com/office/powerpoint/2010/main" val="1924186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線​​コネクタ(S) 6">
            <a:extLst>
              <a:ext uri="{FF2B5EF4-FFF2-40B4-BE49-F238E27FC236}">
                <a16:creationId xmlns:a16="http://schemas.microsoft.com/office/drawing/2014/main" id="{66CBD635-4863-B127-5668-D2C7DA8CDE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​​コネクタ(S) 7">
            <a:extLst>
              <a:ext uri="{FF2B5EF4-FFF2-40B4-BE49-F238E27FC236}">
                <a16:creationId xmlns:a16="http://schemas.microsoft.com/office/drawing/2014/main" id="{A1629720-DD91-8012-686D-AABA439870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0911820" y="0"/>
            <a:ext cx="913577" cy="68580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タイトル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70117" y="185195"/>
            <a:ext cx="6930838" cy="1505493"/>
          </a:xfrm>
        </p:spPr>
        <p:txBody>
          <a:bodyPr rtlCol="0" anchor="b" anchorCtr="0">
            <a:noAutofit/>
          </a:bodyPr>
          <a:lstStyle>
            <a:lvl1pPr>
              <a:defRPr lang="ja-JP" sz="3600"/>
            </a:lvl1pPr>
          </a:lstStyle>
          <a:p>
            <a:pPr rtl="0"/>
            <a:r>
              <a:rPr lang="ja-JP" dirty="0"/>
              <a:t>クリックしてタイトルを追加</a:t>
            </a:r>
          </a:p>
        </p:txBody>
      </p:sp>
      <p:sp>
        <p:nvSpPr>
          <p:cNvPr id="12" name="図プレースホルダー 11">
            <a:extLst>
              <a:ext uri="{FF2B5EF4-FFF2-40B4-BE49-F238E27FC236}">
                <a16:creationId xmlns:a16="http://schemas.microsoft.com/office/drawing/2014/main" id="{1FB27827-7491-B1C2-D9C5-975A9FF66E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8788" y="-22860"/>
            <a:ext cx="3291840" cy="6903720"/>
          </a:xfrm>
        </p:spPr>
        <p:txBody>
          <a:bodyPr lIns="182880" tIns="274320" rIns="182880" rtlCol="0">
            <a:normAutofit/>
          </a:bodyPr>
          <a:lstStyle>
            <a:lvl1pPr marL="0" indent="0" algn="ctr">
              <a:buNone/>
              <a:defRPr lang="ja-JP" sz="2000"/>
            </a:lvl1pPr>
          </a:lstStyle>
          <a:p>
            <a:pPr rtl="0"/>
            <a:r>
              <a:rPr lang="ja-JP"/>
              <a:t>アイコンをクリックして画像を追加</a:t>
            </a:r>
          </a:p>
        </p:txBody>
      </p:sp>
      <p:sp>
        <p:nvSpPr>
          <p:cNvPr id="11" name="コンテンツ プレースホルダー 3">
            <a:extLst>
              <a:ext uri="{FF2B5EF4-FFF2-40B4-BE49-F238E27FC236}">
                <a16:creationId xmlns:a16="http://schemas.microsoft.com/office/drawing/2014/main" id="{7D4D4555-A25D-09B6-36AF-5977189F2DD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70116" y="2022395"/>
            <a:ext cx="6941703" cy="4297680"/>
          </a:xfrm>
        </p:spPr>
        <p:txBody>
          <a:bodyPr rtlCol="0">
            <a:normAutofit/>
          </a:bodyPr>
          <a:lstStyle>
            <a:lvl1pPr marL="228600" indent="-228600">
              <a:spcBef>
                <a:spcPts val="1000"/>
              </a:spcBef>
              <a:spcAft>
                <a:spcPts val="1500"/>
              </a:spcAft>
              <a:buFont typeface="Arial" panose="020B0604020202020204" pitchFamily="34" charset="0"/>
              <a:buChar char="•"/>
              <a:defRPr lang="ja-JP" sz="1800"/>
            </a:lvl1pPr>
            <a:lvl2pPr>
              <a:spcBef>
                <a:spcPts val="1000"/>
              </a:spcBef>
              <a:spcAft>
                <a:spcPts val="1500"/>
              </a:spcAft>
              <a:defRPr lang="ja-JP" sz="1800"/>
            </a:lvl2pPr>
            <a:lvl3pPr>
              <a:spcBef>
                <a:spcPts val="1000"/>
              </a:spcBef>
              <a:spcAft>
                <a:spcPts val="1500"/>
              </a:spcAft>
              <a:defRPr lang="ja-JP" sz="1800"/>
            </a:lvl3pPr>
            <a:lvl4pPr>
              <a:spcBef>
                <a:spcPts val="1000"/>
              </a:spcBef>
              <a:spcAft>
                <a:spcPts val="1500"/>
              </a:spcAft>
              <a:defRPr lang="ja-JP" sz="1800"/>
            </a:lvl4pPr>
            <a:lvl5pPr>
              <a:spcBef>
                <a:spcPts val="1000"/>
              </a:spcBef>
              <a:spcAft>
                <a:spcPts val="1500"/>
              </a:spcAft>
              <a:defRPr lang="ja-JP" sz="1800"/>
            </a:lvl5pPr>
          </a:lstStyle>
          <a:p>
            <a:pPr lvl="0" rtl="0"/>
            <a:r>
              <a:rPr lang="ja-JP"/>
              <a:t>クリックしてテキストを追加</a:t>
            </a:r>
          </a:p>
          <a:p>
            <a:pPr lvl="1" rtl="0"/>
            <a:r>
              <a:rPr lang="ja-JP"/>
              <a:t>第 2 レベル</a:t>
            </a:r>
          </a:p>
          <a:p>
            <a:pPr lvl="2" rtl="0"/>
            <a:r>
              <a:rPr lang="ja-JP"/>
              <a:t>第 3 レベル</a:t>
            </a:r>
          </a:p>
          <a:p>
            <a:pPr lvl="3" rtl="0"/>
            <a:r>
              <a:rPr lang="ja-JP"/>
              <a:t>第 4 レベル</a:t>
            </a:r>
          </a:p>
          <a:p>
            <a:pPr lvl="4" rtl="0"/>
            <a:r>
              <a:rPr lang="ja-JP"/>
              <a:t>第 5 レベル</a:t>
            </a:r>
          </a:p>
        </p:txBody>
      </p:sp>
    </p:spTree>
    <p:extLst>
      <p:ext uri="{BB962C8B-B14F-4D97-AF65-F5344CB8AC3E}">
        <p14:creationId xmlns:p14="http://schemas.microsoft.com/office/powerpoint/2010/main" val="2587894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+ サブ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フリーフォーム(F) 10">
            <a:extLst>
              <a:ext uri="{FF2B5EF4-FFF2-40B4-BE49-F238E27FC236}">
                <a16:creationId xmlns:a16="http://schemas.microsoft.com/office/drawing/2014/main" id="{C4293765-78A6-5206-26C2-E8817B283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7470792" cy="6858000"/>
          </a:xfrm>
          <a:custGeom>
            <a:avLst/>
            <a:gdLst>
              <a:gd name="connsiteX0" fmla="*/ 0 w 7470792"/>
              <a:gd name="connsiteY0" fmla="*/ 0 h 6858000"/>
              <a:gd name="connsiteX1" fmla="*/ 7470792 w 7470792"/>
              <a:gd name="connsiteY1" fmla="*/ 0 h 6858000"/>
              <a:gd name="connsiteX2" fmla="*/ 5633197 w 7470792"/>
              <a:gd name="connsiteY2" fmla="*/ 6858000 h 6858000"/>
              <a:gd name="connsiteX3" fmla="*/ 0 w 747079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70792" h="6858000">
                <a:moveTo>
                  <a:pt x="0" y="0"/>
                </a:moveTo>
                <a:lnTo>
                  <a:pt x="7470792" y="0"/>
                </a:lnTo>
                <a:lnTo>
                  <a:pt x="563319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ja-JP"/>
            </a:defPPr>
          </a:lstStyle>
          <a:p>
            <a:pPr algn="ctr" rtl="0"/>
            <a:endParaRPr lang="ja-JP">
              <a:ln>
                <a:noFill/>
              </a:ln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8" name="直線​​コネクタ(S) 7">
            <a:extLst>
              <a:ext uri="{FF2B5EF4-FFF2-40B4-BE49-F238E27FC236}">
                <a16:creationId xmlns:a16="http://schemas.microsoft.com/office/drawing/2014/main" id="{BB4E351F-7451-86A3-5271-0D00B9EFA6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​​コネクタ(S) 8">
            <a:extLst>
              <a:ext uri="{FF2B5EF4-FFF2-40B4-BE49-F238E27FC236}">
                <a16:creationId xmlns:a16="http://schemas.microsoft.com/office/drawing/2014/main" id="{CA860223-A40E-30ED-6832-0825A930B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​​コネクタ(S) 9">
            <a:extLst>
              <a:ext uri="{FF2B5EF4-FFF2-40B4-BE49-F238E27FC236}">
                <a16:creationId xmlns:a16="http://schemas.microsoft.com/office/drawing/2014/main" id="{00B6907E-F17B-783E-D454-DFC62D0977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​​コネクタ(S) 10">
            <a:extLst>
              <a:ext uri="{FF2B5EF4-FFF2-40B4-BE49-F238E27FC236}">
                <a16:creationId xmlns:a16="http://schemas.microsoft.com/office/drawing/2014/main" id="{26B12211-7E94-9534-6F2D-2AFD2EBE36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​​コネクタ(S) 11">
            <a:extLst>
              <a:ext uri="{FF2B5EF4-FFF2-40B4-BE49-F238E27FC236}">
                <a16:creationId xmlns:a16="http://schemas.microsoft.com/office/drawing/2014/main" id="{36580245-E985-EC3F-9385-D0F517F0C1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​​コネクタ(S) 12">
            <a:extLst>
              <a:ext uri="{FF2B5EF4-FFF2-40B4-BE49-F238E27FC236}">
                <a16:creationId xmlns:a16="http://schemas.microsoft.com/office/drawing/2014/main" id="{B75A82A3-E3DF-978F-4BD7-10E0F1075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​​コネクタ(S) 13">
            <a:extLst>
              <a:ext uri="{FF2B5EF4-FFF2-40B4-BE49-F238E27FC236}">
                <a16:creationId xmlns:a16="http://schemas.microsoft.com/office/drawing/2014/main" id="{9EDC40AE-D1CB-7535-22E2-E6D910FB82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タイトル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685800"/>
            <a:ext cx="9144000" cy="3136738"/>
          </a:xfrm>
        </p:spPr>
        <p:txBody>
          <a:bodyPr rtlCol="0" anchor="b">
            <a:noAutofit/>
          </a:bodyPr>
          <a:lstStyle>
            <a:lvl1pPr algn="ctr">
              <a:defRPr lang="ja-JP" sz="44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dirty="0"/>
              <a:t>クリックしてタイトルを追加</a:t>
            </a:r>
          </a:p>
        </p:txBody>
      </p:sp>
      <p:sp>
        <p:nvSpPr>
          <p:cNvPr id="3" name="サブタイトル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978800"/>
            <a:ext cx="9144000" cy="1965960"/>
          </a:xfrm>
        </p:spPr>
        <p:txBody>
          <a:bodyPr rtlCol="0">
            <a:noAutofit/>
          </a:bodyPr>
          <a:lstStyle>
            <a:lvl1pPr marL="0" indent="0" algn="ctr">
              <a:buNone/>
              <a:defRPr lang="ja-JP" sz="1800" b="1" cap="all" baseline="0">
                <a:solidFill>
                  <a:schemeClr val="accent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57200" indent="0" algn="ctr">
              <a:buNone/>
              <a:defRPr lang="ja-JP" sz="2000"/>
            </a:lvl2pPr>
            <a:lvl3pPr marL="914400" indent="0" algn="ctr">
              <a:buNone/>
              <a:defRPr lang="ja-JP" sz="1800"/>
            </a:lvl3pPr>
            <a:lvl4pPr marL="1371600" indent="0" algn="ctr">
              <a:buNone/>
              <a:defRPr lang="ja-JP" sz="1600"/>
            </a:lvl4pPr>
            <a:lvl5pPr marL="1828800" indent="0" algn="ctr">
              <a:buNone/>
              <a:defRPr lang="ja-JP" sz="1600"/>
            </a:lvl5pPr>
            <a:lvl6pPr marL="2286000" indent="0" algn="ctr">
              <a:buNone/>
              <a:defRPr lang="ja-JP" sz="1600"/>
            </a:lvl6pPr>
            <a:lvl7pPr marL="2743200" indent="0" algn="ctr">
              <a:buNone/>
              <a:defRPr lang="ja-JP" sz="1600"/>
            </a:lvl7pPr>
            <a:lvl8pPr marL="3200400" indent="0" algn="ctr">
              <a:buNone/>
              <a:defRPr lang="ja-JP" sz="1600"/>
            </a:lvl8pPr>
            <a:lvl9pPr marL="3657600" indent="0" algn="ctr">
              <a:buNone/>
              <a:defRPr lang="ja-JP" sz="1600"/>
            </a:lvl9pPr>
          </a:lstStyle>
          <a:p>
            <a:pPr rtl="0"/>
            <a:r>
              <a:rPr lang="ja-JP"/>
              <a:t>クリックしてサブタイトルを追加</a:t>
            </a:r>
          </a:p>
        </p:txBody>
      </p:sp>
    </p:spTree>
    <p:extLst>
      <p:ext uri="{BB962C8B-B14F-4D97-AF65-F5344CB8AC3E}">
        <p14:creationId xmlns:p14="http://schemas.microsoft.com/office/powerpoint/2010/main" val="15637277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段組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線​​コネクタ(S) 7">
            <a:extLst>
              <a:ext uri="{FF2B5EF4-FFF2-40B4-BE49-F238E27FC236}">
                <a16:creationId xmlns:a16="http://schemas.microsoft.com/office/drawing/2014/main" id="{59E49FCE-658C-FF5A-6405-3D10F1AC1B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​​コネクタ(S) 8">
            <a:extLst>
              <a:ext uri="{FF2B5EF4-FFF2-40B4-BE49-F238E27FC236}">
                <a16:creationId xmlns:a16="http://schemas.microsoft.com/office/drawing/2014/main" id="{F903C516-D418-5E3E-1E4E-1DF846433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​​コネクタ(S) 9">
            <a:extLst>
              <a:ext uri="{FF2B5EF4-FFF2-40B4-BE49-F238E27FC236}">
                <a16:creationId xmlns:a16="http://schemas.microsoft.com/office/drawing/2014/main" id="{D7BF5B15-0E8A-A82C-6E9C-FCF3FBAAD4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​​コネクタ(S) 10">
            <a:extLst>
              <a:ext uri="{FF2B5EF4-FFF2-40B4-BE49-F238E27FC236}">
                <a16:creationId xmlns:a16="http://schemas.microsoft.com/office/drawing/2014/main" id="{354B33CA-9490-C8E1-FE4F-06367AF29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​​コネクタ(S) 11">
            <a:extLst>
              <a:ext uri="{FF2B5EF4-FFF2-40B4-BE49-F238E27FC236}">
                <a16:creationId xmlns:a16="http://schemas.microsoft.com/office/drawing/2014/main" id="{5586824F-3198-FE44-5A4A-70312048DA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​​コネクタ(S) 12">
            <a:extLst>
              <a:ext uri="{FF2B5EF4-FFF2-40B4-BE49-F238E27FC236}">
                <a16:creationId xmlns:a16="http://schemas.microsoft.com/office/drawing/2014/main" id="{5058CD71-6E97-B6A9-11B6-867ED408DE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​​コネクタ(S) 13">
            <a:extLst>
              <a:ext uri="{FF2B5EF4-FFF2-40B4-BE49-F238E27FC236}">
                <a16:creationId xmlns:a16="http://schemas.microsoft.com/office/drawing/2014/main" id="{1E9FDAA6-BDE8-D6C3-17CD-F87BFB54F5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タイトル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 anchor="b" anchorCtr="0">
            <a:noAutofit/>
          </a:bodyPr>
          <a:lstStyle>
            <a:lvl1pPr>
              <a:defRPr lang="ja-JP" sz="3600"/>
            </a:lvl1pPr>
          </a:lstStyle>
          <a:p>
            <a:pPr rtl="0"/>
            <a:r>
              <a:rPr lang="ja-JP" dirty="0"/>
              <a:t>クリックしてタイトルを追加</a:t>
            </a:r>
          </a:p>
        </p:txBody>
      </p:sp>
      <p:sp>
        <p:nvSpPr>
          <p:cNvPr id="17" name="コンテンツ プレースホルダー 3">
            <a:extLst>
              <a:ext uri="{FF2B5EF4-FFF2-40B4-BE49-F238E27FC236}">
                <a16:creationId xmlns:a16="http://schemas.microsoft.com/office/drawing/2014/main" id="{42A0738D-E9A9-14B7-4739-62E402B0C2D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34961" y="2032663"/>
            <a:ext cx="4463005" cy="4067492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lang="ja-JP" sz="1800"/>
            </a:lvl1pPr>
            <a:lvl2pPr marL="0">
              <a:spcBef>
                <a:spcPts val="1000"/>
              </a:spcBef>
              <a:spcAft>
                <a:spcPts val="500"/>
              </a:spcAft>
              <a:defRPr lang="ja-JP" sz="1800"/>
            </a:lvl2pPr>
            <a:lvl3pPr marL="457200">
              <a:spcBef>
                <a:spcPts val="1000"/>
              </a:spcBef>
              <a:spcAft>
                <a:spcPts val="500"/>
              </a:spcAft>
              <a:defRPr lang="ja-JP" sz="1800"/>
            </a:lvl3pPr>
            <a:lvl4pPr marL="685800">
              <a:spcBef>
                <a:spcPts val="1000"/>
              </a:spcBef>
              <a:spcAft>
                <a:spcPts val="500"/>
              </a:spcAft>
              <a:defRPr lang="ja-JP" sz="1800"/>
            </a:lvl4pPr>
            <a:lvl5pPr marL="914400">
              <a:spcBef>
                <a:spcPts val="1000"/>
              </a:spcBef>
              <a:spcAft>
                <a:spcPts val="500"/>
              </a:spcAft>
              <a:defRPr lang="ja-JP" sz="1800"/>
            </a:lvl5pPr>
          </a:lstStyle>
          <a:p>
            <a:pPr lvl="0" rtl="0"/>
            <a:r>
              <a:rPr lang="ja-JP"/>
              <a:t>クリックしてテキストを追加</a:t>
            </a:r>
          </a:p>
          <a:p>
            <a:pPr lvl="1" rtl="0"/>
            <a:r>
              <a:rPr lang="ja-JP"/>
              <a:t>第 2 レベル</a:t>
            </a:r>
          </a:p>
          <a:p>
            <a:pPr lvl="2" rtl="0"/>
            <a:r>
              <a:rPr lang="ja-JP"/>
              <a:t>第 3 レベル</a:t>
            </a:r>
          </a:p>
          <a:p>
            <a:pPr lvl="3" rtl="0"/>
            <a:r>
              <a:rPr lang="ja-JP"/>
              <a:t>第 4 レベル</a:t>
            </a:r>
          </a:p>
          <a:p>
            <a:pPr lvl="4" rtl="0"/>
            <a:r>
              <a:rPr lang="ja-JP"/>
              <a:t>第 5 レベル</a:t>
            </a:r>
          </a:p>
        </p:txBody>
      </p:sp>
      <p:sp>
        <p:nvSpPr>
          <p:cNvPr id="15" name="コンテンツ プレースホルダー 3">
            <a:extLst>
              <a:ext uri="{FF2B5EF4-FFF2-40B4-BE49-F238E27FC236}">
                <a16:creationId xmlns:a16="http://schemas.microsoft.com/office/drawing/2014/main" id="{A766D4CB-8BCE-C6EE-EF57-A8A819EBD366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141720" y="2032663"/>
            <a:ext cx="5212080" cy="4067492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lang="ja-JP" sz="1800"/>
            </a:lvl1pPr>
            <a:lvl2pPr marL="0">
              <a:spcBef>
                <a:spcPts val="1000"/>
              </a:spcBef>
              <a:spcAft>
                <a:spcPts val="500"/>
              </a:spcAft>
              <a:defRPr lang="ja-JP" sz="1800"/>
            </a:lvl2pPr>
            <a:lvl3pPr marL="457200">
              <a:spcBef>
                <a:spcPts val="1000"/>
              </a:spcBef>
              <a:spcAft>
                <a:spcPts val="500"/>
              </a:spcAft>
              <a:defRPr lang="ja-JP" sz="1800"/>
            </a:lvl3pPr>
            <a:lvl4pPr marL="685800">
              <a:spcBef>
                <a:spcPts val="1000"/>
              </a:spcBef>
              <a:spcAft>
                <a:spcPts val="500"/>
              </a:spcAft>
              <a:defRPr lang="ja-JP" sz="1800"/>
            </a:lvl4pPr>
            <a:lvl5pPr marL="914400">
              <a:spcBef>
                <a:spcPts val="1000"/>
              </a:spcBef>
              <a:spcAft>
                <a:spcPts val="500"/>
              </a:spcAft>
              <a:defRPr lang="ja-JP" sz="1800"/>
            </a:lvl5pPr>
          </a:lstStyle>
          <a:p>
            <a:pPr lvl="0" rtl="0"/>
            <a:r>
              <a:rPr lang="ja-JP"/>
              <a:t>クリックしてテキストを追加</a:t>
            </a:r>
          </a:p>
          <a:p>
            <a:pPr lvl="1" rtl="0"/>
            <a:r>
              <a:rPr lang="ja-JP"/>
              <a:t>第 2 レベル</a:t>
            </a:r>
          </a:p>
          <a:p>
            <a:pPr lvl="2" rtl="0"/>
            <a:r>
              <a:rPr lang="ja-JP"/>
              <a:t>第 3 レベル</a:t>
            </a:r>
          </a:p>
          <a:p>
            <a:pPr lvl="3" rtl="0"/>
            <a:r>
              <a:rPr lang="ja-JP"/>
              <a:t>第 4 レベル</a:t>
            </a:r>
          </a:p>
          <a:p>
            <a:pPr lvl="4" rtl="0"/>
            <a:r>
              <a:rPr lang="ja-JP"/>
              <a:t>第 5 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fld id="{0CE3C40B-4D3E-4960-B8CF-8FAEF87BAA19}" type="datetime1">
              <a:rPr lang="ja-JP" altLang="en-US" smtClean="0"/>
              <a:t>2026/7/4</a:t>
            </a:fld>
            <a:endParaRPr lang="ja-JP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endParaRPr lang="ja-JP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fld id="{CBD12358-51D2-46B3-9BDE-DF29528B9454}" type="slidenum">
              <a:rPr lang="ja-JP" smtClean="0"/>
              <a:t>‹#›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505290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段組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線​​コネクタ(S) 7">
            <a:extLst>
              <a:ext uri="{FF2B5EF4-FFF2-40B4-BE49-F238E27FC236}">
                <a16:creationId xmlns:a16="http://schemas.microsoft.com/office/drawing/2014/main" id="{FDD9208B-0FD2-A7E3-5202-0F18392AE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​​コネクタ(S) 8">
            <a:extLst>
              <a:ext uri="{FF2B5EF4-FFF2-40B4-BE49-F238E27FC236}">
                <a16:creationId xmlns:a16="http://schemas.microsoft.com/office/drawing/2014/main" id="{004010E2-9C6F-C582-1E3A-F5D43D0FF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​​コネクタ(S) 9">
            <a:extLst>
              <a:ext uri="{FF2B5EF4-FFF2-40B4-BE49-F238E27FC236}">
                <a16:creationId xmlns:a16="http://schemas.microsoft.com/office/drawing/2014/main" id="{B3D2B8AF-94DE-C211-EAE7-0971C111B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​​コネクタ(S) 10">
            <a:extLst>
              <a:ext uri="{FF2B5EF4-FFF2-40B4-BE49-F238E27FC236}">
                <a16:creationId xmlns:a16="http://schemas.microsoft.com/office/drawing/2014/main" id="{A247A2AC-F284-077E-9A14-EB7D1DE62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​​コネクタ(S) 11">
            <a:extLst>
              <a:ext uri="{FF2B5EF4-FFF2-40B4-BE49-F238E27FC236}">
                <a16:creationId xmlns:a16="http://schemas.microsoft.com/office/drawing/2014/main" id="{A0E91F1F-5151-2442-2B89-CE0AB11785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​​コネクタ(S) 12">
            <a:extLst>
              <a:ext uri="{FF2B5EF4-FFF2-40B4-BE49-F238E27FC236}">
                <a16:creationId xmlns:a16="http://schemas.microsoft.com/office/drawing/2014/main" id="{3FBD82AC-3C5B-819E-E0FF-157D74B84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​​コネクタ(S) 13">
            <a:extLst>
              <a:ext uri="{FF2B5EF4-FFF2-40B4-BE49-F238E27FC236}">
                <a16:creationId xmlns:a16="http://schemas.microsoft.com/office/drawing/2014/main" id="{7F299648-2E6E-FA0D-85E4-8884BE34A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タイトル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 anchor="b" anchorCtr="0">
            <a:noAutofit/>
          </a:bodyPr>
          <a:lstStyle>
            <a:lvl1pPr>
              <a:defRPr lang="ja-JP" sz="3600"/>
            </a:lvl1pPr>
          </a:lstStyle>
          <a:p>
            <a:pPr rtl="0"/>
            <a:r>
              <a:rPr lang="ja-JP" dirty="0"/>
              <a:t>クリックしてタイトルを追加</a:t>
            </a:r>
          </a:p>
        </p:txBody>
      </p:sp>
      <p:sp>
        <p:nvSpPr>
          <p:cNvPr id="17" name="コンテンツ プレースホルダー 3">
            <a:extLst>
              <a:ext uri="{FF2B5EF4-FFF2-40B4-BE49-F238E27FC236}">
                <a16:creationId xmlns:a16="http://schemas.microsoft.com/office/drawing/2014/main" id="{07BD0263-5D42-E696-F170-1F9CF5FF2A74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838199" y="2078963"/>
            <a:ext cx="3435628" cy="4067492"/>
          </a:xfrm>
        </p:spPr>
        <p:txBody>
          <a:bodyPr rtlCol="0">
            <a:normAutofit/>
          </a:bodyPr>
          <a:lstStyle>
            <a:lvl1pPr marL="457200" indent="-457200">
              <a:spcBef>
                <a:spcPts val="1000"/>
              </a:spcBef>
              <a:spcAft>
                <a:spcPts val="500"/>
              </a:spcAft>
              <a:buFont typeface="+mj-lt"/>
              <a:buAutoNum type="arabicPeriod"/>
              <a:defRPr lang="ja-JP" sz="1800"/>
            </a:lvl1pPr>
            <a:lvl2pPr marL="914400" indent="-457200">
              <a:spcBef>
                <a:spcPts val="1000"/>
              </a:spcBef>
              <a:spcAft>
                <a:spcPts val="500"/>
              </a:spcAft>
              <a:buFont typeface="+mj-lt"/>
              <a:buAutoNum type="alphaLcPeriod"/>
              <a:defRPr lang="ja-JP" sz="1800"/>
            </a:lvl2pPr>
            <a:lvl3pPr marL="1371600" indent="-457200">
              <a:spcBef>
                <a:spcPts val="1000"/>
              </a:spcBef>
              <a:spcAft>
                <a:spcPts val="500"/>
              </a:spcAft>
              <a:buFont typeface="+mj-lt"/>
              <a:buAutoNum type="arabicParenR"/>
              <a:defRPr lang="ja-JP" sz="1800"/>
            </a:lvl3pPr>
            <a:lvl4pPr marL="1828800" indent="-457200">
              <a:spcBef>
                <a:spcPts val="1000"/>
              </a:spcBef>
              <a:spcAft>
                <a:spcPts val="500"/>
              </a:spcAft>
              <a:buFont typeface="+mj-lt"/>
              <a:buAutoNum type="alphaLcParenR"/>
              <a:defRPr lang="ja-JP" sz="1800"/>
            </a:lvl4pPr>
            <a:lvl5pPr marL="2228850" indent="-457200">
              <a:spcBef>
                <a:spcPts val="1000"/>
              </a:spcBef>
              <a:spcAft>
                <a:spcPts val="500"/>
              </a:spcAft>
              <a:buFont typeface="+mj-lt"/>
              <a:buAutoNum type="romanLcPeriod"/>
              <a:defRPr lang="ja-JP" sz="1800"/>
            </a:lvl5pPr>
          </a:lstStyle>
          <a:p>
            <a:pPr lvl="0" rtl="0"/>
            <a:r>
              <a:rPr lang="ja-JP"/>
              <a:t>クリックしてテキストを追加</a:t>
            </a:r>
          </a:p>
          <a:p>
            <a:pPr lvl="1" rtl="0"/>
            <a:r>
              <a:rPr lang="ja-JP"/>
              <a:t>第 2 レベル</a:t>
            </a:r>
          </a:p>
          <a:p>
            <a:pPr lvl="2" rtl="0"/>
            <a:r>
              <a:rPr lang="ja-JP"/>
              <a:t>第 3 レベル</a:t>
            </a:r>
          </a:p>
          <a:p>
            <a:pPr lvl="3" rtl="0"/>
            <a:r>
              <a:rPr lang="ja-JP"/>
              <a:t>第 4 レベル</a:t>
            </a:r>
          </a:p>
          <a:p>
            <a:pPr lvl="4" rtl="0"/>
            <a:r>
              <a:rPr lang="ja-JP"/>
              <a:t>第 5 レベル</a:t>
            </a:r>
          </a:p>
        </p:txBody>
      </p:sp>
      <p:sp>
        <p:nvSpPr>
          <p:cNvPr id="16" name="コンテンツ プレースホルダー 3">
            <a:extLst>
              <a:ext uri="{FF2B5EF4-FFF2-40B4-BE49-F238E27FC236}">
                <a16:creationId xmlns:a16="http://schemas.microsoft.com/office/drawing/2014/main" id="{1BEE7174-135F-6F9F-11B9-3C3F2F9CDEAA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965539" y="2087315"/>
            <a:ext cx="6007261" cy="4067492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None/>
              <a:defRPr lang="ja-JP" sz="1800"/>
            </a:lvl1pPr>
            <a:lvl2pPr marL="0">
              <a:spcBef>
                <a:spcPts val="1000"/>
              </a:spcBef>
              <a:spcAft>
                <a:spcPts val="500"/>
              </a:spcAft>
              <a:defRPr lang="ja-JP" sz="1800"/>
            </a:lvl2pPr>
            <a:lvl3pPr marL="457200">
              <a:spcBef>
                <a:spcPts val="1000"/>
              </a:spcBef>
              <a:spcAft>
                <a:spcPts val="500"/>
              </a:spcAft>
              <a:defRPr lang="ja-JP" sz="1800"/>
            </a:lvl3pPr>
            <a:lvl4pPr marL="685800">
              <a:spcBef>
                <a:spcPts val="1000"/>
              </a:spcBef>
              <a:spcAft>
                <a:spcPts val="500"/>
              </a:spcAft>
              <a:defRPr lang="ja-JP" sz="1800"/>
            </a:lvl4pPr>
            <a:lvl5pPr marL="914400">
              <a:spcBef>
                <a:spcPts val="1000"/>
              </a:spcBef>
              <a:spcAft>
                <a:spcPts val="500"/>
              </a:spcAft>
              <a:defRPr lang="ja-JP" sz="1800"/>
            </a:lvl5pPr>
          </a:lstStyle>
          <a:p>
            <a:pPr lvl="0" rtl="0"/>
            <a:r>
              <a:rPr lang="ja-JP"/>
              <a:t>クリックしてテキストを追加</a:t>
            </a:r>
          </a:p>
          <a:p>
            <a:pPr lvl="1" rtl="0"/>
            <a:r>
              <a:rPr lang="ja-JP"/>
              <a:t>第 2 レベル</a:t>
            </a:r>
          </a:p>
          <a:p>
            <a:pPr lvl="2" rtl="0"/>
            <a:r>
              <a:rPr lang="ja-JP"/>
              <a:t>第 3 レベル</a:t>
            </a:r>
          </a:p>
          <a:p>
            <a:pPr lvl="3" rtl="0"/>
            <a:r>
              <a:rPr lang="ja-JP"/>
              <a:t>第 4 レベル</a:t>
            </a:r>
          </a:p>
          <a:p>
            <a:pPr lvl="4" rtl="0"/>
            <a:r>
              <a:rPr lang="ja-JP"/>
              <a:t>第 5 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fld id="{5ED75372-59F4-4989-99CE-21F4C189B727}" type="datetime1">
              <a:rPr lang="ja-JP" altLang="en-US" smtClean="0"/>
              <a:t>2026/7/4</a:t>
            </a:fld>
            <a:endParaRPr lang="ja-JP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endParaRPr lang="ja-JP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fld id="{CBD12358-51D2-46B3-9BDE-DF29528B9454}" type="slidenum">
              <a:rPr lang="ja-JP" smtClean="0"/>
              <a:t>‹#›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657852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 + 画像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​​コネクタ(S) 3">
            <a:extLst>
              <a:ext uri="{FF2B5EF4-FFF2-40B4-BE49-F238E27FC236}">
                <a16:creationId xmlns:a16="http://schemas.microsoft.com/office/drawing/2014/main" id="{700B3A65-BB60-F2B4-4CF4-19A7C53F18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​​コネクタ(S) 8">
            <a:extLst>
              <a:ext uri="{FF2B5EF4-FFF2-40B4-BE49-F238E27FC236}">
                <a16:creationId xmlns:a16="http://schemas.microsoft.com/office/drawing/2014/main" id="{3F1DB8D5-B954-BFC9-C8D8-F0491CCBE2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​​コネクタ(S) 9">
            <a:extLst>
              <a:ext uri="{FF2B5EF4-FFF2-40B4-BE49-F238E27FC236}">
                <a16:creationId xmlns:a16="http://schemas.microsoft.com/office/drawing/2014/main" id="{5507D69F-27D7-2C68-A17D-3F1399C8B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タイトル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6645965" cy="1325563"/>
          </a:xfrm>
        </p:spPr>
        <p:txBody>
          <a:bodyPr rtlCol="0" anchor="b" anchorCtr="0">
            <a:noAutofit/>
          </a:bodyPr>
          <a:lstStyle>
            <a:lvl1pPr>
              <a:defRPr lang="ja-JP" sz="3600"/>
            </a:lvl1pPr>
          </a:lstStyle>
          <a:p>
            <a:pPr rtl="0"/>
            <a:endParaRPr lang="ja-JP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1" y="2055813"/>
            <a:ext cx="5781261" cy="4067492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lang="ja-JP" sz="1800"/>
            </a:lvl1pPr>
            <a:lvl2pPr>
              <a:spcBef>
                <a:spcPts val="1000"/>
              </a:spcBef>
              <a:spcAft>
                <a:spcPts val="500"/>
              </a:spcAft>
              <a:defRPr lang="ja-JP" sz="1600"/>
            </a:lvl2pPr>
            <a:lvl3pPr>
              <a:spcBef>
                <a:spcPts val="1000"/>
              </a:spcBef>
              <a:spcAft>
                <a:spcPts val="500"/>
              </a:spcAft>
              <a:defRPr lang="ja-JP" sz="1400"/>
            </a:lvl3pPr>
            <a:lvl4pPr>
              <a:spcBef>
                <a:spcPts val="1000"/>
              </a:spcBef>
              <a:spcAft>
                <a:spcPts val="500"/>
              </a:spcAft>
              <a:defRPr lang="ja-JP" sz="1200"/>
            </a:lvl4pPr>
            <a:lvl5pPr>
              <a:spcBef>
                <a:spcPts val="1000"/>
              </a:spcBef>
              <a:spcAft>
                <a:spcPts val="500"/>
              </a:spcAft>
              <a:defRPr lang="ja-JP" sz="1200"/>
            </a:lvl5pPr>
          </a:lstStyle>
          <a:p>
            <a:pPr lvl="0" rtl="0"/>
            <a:r>
              <a:rPr lang="ja-JP"/>
              <a:t>クリックしてテキストを追加</a:t>
            </a:r>
          </a:p>
          <a:p>
            <a:pPr lvl="1" rtl="0"/>
            <a:r>
              <a:rPr lang="ja-JP"/>
              <a:t>第 2 レベル</a:t>
            </a:r>
          </a:p>
          <a:p>
            <a:pPr lvl="2" rtl="0"/>
            <a:r>
              <a:rPr lang="ja-JP"/>
              <a:t>第 3 レベル</a:t>
            </a:r>
          </a:p>
          <a:p>
            <a:pPr lvl="3" rtl="0"/>
            <a:r>
              <a:rPr lang="ja-JP"/>
              <a:t>第 4 レベル</a:t>
            </a:r>
          </a:p>
          <a:p>
            <a:pPr lvl="4" rtl="0"/>
            <a:r>
              <a:rPr lang="ja-JP"/>
              <a:t>第 5 レベル</a:t>
            </a:r>
          </a:p>
        </p:txBody>
      </p:sp>
      <p:sp>
        <p:nvSpPr>
          <p:cNvPr id="8" name="図プレースホルダー 7">
            <a:extLst>
              <a:ext uri="{FF2B5EF4-FFF2-40B4-BE49-F238E27FC236}">
                <a16:creationId xmlns:a16="http://schemas.microsoft.com/office/drawing/2014/main" id="{BC013AD6-0EF3-2B25-DDBD-2DF706123AE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66991" y="-22860"/>
            <a:ext cx="4625008" cy="6903720"/>
          </a:xfrm>
        </p:spPr>
        <p:txBody>
          <a:bodyPr tIns="274320" rtlCol="0">
            <a:normAutofit/>
          </a:bodyPr>
          <a:lstStyle>
            <a:lvl1pPr marL="0" indent="0" algn="ctr">
              <a:buNone/>
              <a:defRPr lang="ja-JP" sz="2000"/>
            </a:lvl1pPr>
          </a:lstStyle>
          <a:p>
            <a:pPr rtl="0"/>
            <a:r>
              <a:rPr lang="ja-JP"/>
              <a:t>アイコンをクリックして画像を追加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fld id="{C589754E-50FC-4F5B-8027-6180A911CAD4}" type="datetime1">
              <a:rPr lang="ja-JP" altLang="en-US" smtClean="0"/>
              <a:t>2026/7/4</a:t>
            </a:fld>
            <a:endParaRPr lang="ja-JP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endParaRPr lang="ja-JP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fld id="{CBD12358-51D2-46B3-9BDE-DF29528B9454}" type="slidenum">
              <a:rPr lang="ja-JP" smtClean="0"/>
              <a:t>‹#›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2845438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 + 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​​コネクタ(S) 3">
            <a:extLst>
              <a:ext uri="{FF2B5EF4-FFF2-40B4-BE49-F238E27FC236}">
                <a16:creationId xmlns:a16="http://schemas.microsoft.com/office/drawing/2014/main" id="{BC45A11E-9896-BD8B-8CC6-A79C124D8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1575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​​コネクタ(S) 8">
            <a:extLst>
              <a:ext uri="{FF2B5EF4-FFF2-40B4-BE49-F238E27FC236}">
                <a16:creationId xmlns:a16="http://schemas.microsoft.com/office/drawing/2014/main" id="{B386022B-53D6-6CE0-2093-873FC64A5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1575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​​コネクタ(S) 9">
            <a:extLst>
              <a:ext uri="{FF2B5EF4-FFF2-40B4-BE49-F238E27FC236}">
                <a16:creationId xmlns:a16="http://schemas.microsoft.com/office/drawing/2014/main" id="{0BD4BD8F-684C-A145-3376-9E69B0E5BE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802775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​​コネクタ(S) 10">
            <a:extLst>
              <a:ext uri="{FF2B5EF4-FFF2-40B4-BE49-F238E27FC236}">
                <a16:creationId xmlns:a16="http://schemas.microsoft.com/office/drawing/2014/main" id="{6E7C1DA9-2A25-EE21-085B-8857DC1AD7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59925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​​コネクタ(S) 11">
            <a:extLst>
              <a:ext uri="{FF2B5EF4-FFF2-40B4-BE49-F238E27FC236}">
                <a16:creationId xmlns:a16="http://schemas.microsoft.com/office/drawing/2014/main" id="{AF236BB3-E567-A8A9-5EC2-BCEF79CFC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59400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​​コネクタ(S) 12">
            <a:extLst>
              <a:ext uri="{FF2B5EF4-FFF2-40B4-BE49-F238E27FC236}">
                <a16:creationId xmlns:a16="http://schemas.microsoft.com/office/drawing/2014/main" id="{D4A87C9F-C765-C63C-951E-70721DDAC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11575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​​コネクタ(S) 13">
            <a:extLst>
              <a:ext uri="{FF2B5EF4-FFF2-40B4-BE49-F238E27FC236}">
                <a16:creationId xmlns:a16="http://schemas.microsoft.com/office/drawing/2014/main" id="{74425665-0C9C-3899-9DB9-ED05D91E26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6812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タイトル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330405" cy="1325563"/>
          </a:xfrm>
        </p:spPr>
        <p:txBody>
          <a:bodyPr rtlCol="0" anchor="b" anchorCtr="0">
            <a:noAutofit/>
          </a:bodyPr>
          <a:lstStyle>
            <a:lvl1pPr>
              <a:defRPr lang="ja-JP" sz="3600"/>
            </a:lvl1pPr>
          </a:lstStyle>
          <a:p>
            <a:pPr rtl="0"/>
            <a:r>
              <a:rPr lang="ja-JP" dirty="0"/>
              <a:t>クリックしてタイトルを追加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2137059"/>
            <a:ext cx="2816352" cy="3986246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lang="ja-JP" sz="1800"/>
            </a:lvl1pPr>
            <a:lvl2pPr>
              <a:spcBef>
                <a:spcPts val="1000"/>
              </a:spcBef>
              <a:spcAft>
                <a:spcPts val="500"/>
              </a:spcAft>
              <a:defRPr lang="ja-JP" sz="1600"/>
            </a:lvl2pPr>
            <a:lvl3pPr>
              <a:spcBef>
                <a:spcPts val="1000"/>
              </a:spcBef>
              <a:spcAft>
                <a:spcPts val="500"/>
              </a:spcAft>
              <a:defRPr lang="ja-JP" sz="1400"/>
            </a:lvl3pPr>
            <a:lvl4pPr>
              <a:spcBef>
                <a:spcPts val="1000"/>
              </a:spcBef>
              <a:spcAft>
                <a:spcPts val="500"/>
              </a:spcAft>
              <a:defRPr lang="ja-JP" sz="1200"/>
            </a:lvl4pPr>
            <a:lvl5pPr>
              <a:spcBef>
                <a:spcPts val="1000"/>
              </a:spcBef>
              <a:spcAft>
                <a:spcPts val="500"/>
              </a:spcAft>
              <a:defRPr lang="ja-JP" sz="1200"/>
            </a:lvl5pPr>
          </a:lstStyle>
          <a:p>
            <a:pPr lvl="0" rtl="0"/>
            <a:r>
              <a:rPr lang="ja-JP"/>
              <a:t>クリックしてテキストを追加</a:t>
            </a:r>
          </a:p>
          <a:p>
            <a:pPr lvl="1" rtl="0"/>
            <a:r>
              <a:rPr lang="ja-JP"/>
              <a:t>第 2 レベル</a:t>
            </a:r>
          </a:p>
          <a:p>
            <a:pPr lvl="2" rtl="0"/>
            <a:r>
              <a:rPr lang="ja-JP"/>
              <a:t>第 3 レベル</a:t>
            </a:r>
          </a:p>
          <a:p>
            <a:pPr lvl="3" rtl="0"/>
            <a:r>
              <a:rPr lang="ja-JP"/>
              <a:t>第 4 レベル</a:t>
            </a:r>
          </a:p>
          <a:p>
            <a:pPr lvl="4" rtl="0"/>
            <a:r>
              <a:rPr lang="ja-JP"/>
              <a:t>第 5 レベル</a:t>
            </a:r>
          </a:p>
        </p:txBody>
      </p:sp>
      <p:sp>
        <p:nvSpPr>
          <p:cNvPr id="8" name="表プレースホルダー 7">
            <a:extLst>
              <a:ext uri="{FF2B5EF4-FFF2-40B4-BE49-F238E27FC236}">
                <a16:creationId xmlns:a16="http://schemas.microsoft.com/office/drawing/2014/main" id="{423FEB60-8FB5-7F10-EDD7-8AB4B3139EF6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4109014" y="2137059"/>
            <a:ext cx="7059592" cy="3986245"/>
          </a:xfrm>
        </p:spPr>
        <p:txBody>
          <a:bodyPr rtlCol="0">
            <a:normAutofit/>
          </a:bodyPr>
          <a:lstStyle>
            <a:lvl1pPr marL="0" indent="0" algn="ctr">
              <a:buNone/>
              <a:defRPr lang="ja-JP" sz="2000" dirty="0"/>
            </a:lvl1pPr>
          </a:lstStyle>
          <a:p>
            <a:pPr rtl="0"/>
            <a:r>
              <a:rPr lang="ja-JP"/>
              <a:t>アイコンをクリックして表を追加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fld id="{35190E95-C21A-4F36-BEE6-34090C40A696}" type="datetime1">
              <a:rPr lang="ja-JP" altLang="en-US" smtClean="0"/>
              <a:t>2026/7/4</a:t>
            </a:fld>
            <a:endParaRPr lang="ja-JP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endParaRPr lang="ja-JP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fld id="{CBD12358-51D2-46B3-9BDE-DF29528B9454}" type="slidenum">
              <a:rPr lang="ja-JP" smtClean="0"/>
              <a:t>‹#›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280815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段組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線​​コネクタ(S) 7">
            <a:extLst>
              <a:ext uri="{FF2B5EF4-FFF2-40B4-BE49-F238E27FC236}">
                <a16:creationId xmlns:a16="http://schemas.microsoft.com/office/drawing/2014/main" id="{949C8ABD-000F-7A94-A7B0-9589F4FEFD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1575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​​コネクタ(S) 8">
            <a:extLst>
              <a:ext uri="{FF2B5EF4-FFF2-40B4-BE49-F238E27FC236}">
                <a16:creationId xmlns:a16="http://schemas.microsoft.com/office/drawing/2014/main" id="{3DC3A554-E5A9-B3CB-913D-45DBFBA79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1575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​​コネクタ(S) 9">
            <a:extLst>
              <a:ext uri="{FF2B5EF4-FFF2-40B4-BE49-F238E27FC236}">
                <a16:creationId xmlns:a16="http://schemas.microsoft.com/office/drawing/2014/main" id="{4E3A8DF3-F55A-2494-C55D-8FB94BBC6A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802775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​​コネクタ(S) 10">
            <a:extLst>
              <a:ext uri="{FF2B5EF4-FFF2-40B4-BE49-F238E27FC236}">
                <a16:creationId xmlns:a16="http://schemas.microsoft.com/office/drawing/2014/main" id="{779DC86E-6F8A-B036-5CB2-AA8A79837F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59925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​​コネクタ(S) 11">
            <a:extLst>
              <a:ext uri="{FF2B5EF4-FFF2-40B4-BE49-F238E27FC236}">
                <a16:creationId xmlns:a16="http://schemas.microsoft.com/office/drawing/2014/main" id="{9B9E0C03-C633-9356-4E28-678BAB7A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59400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​​コネクタ(S) 12">
            <a:extLst>
              <a:ext uri="{FF2B5EF4-FFF2-40B4-BE49-F238E27FC236}">
                <a16:creationId xmlns:a16="http://schemas.microsoft.com/office/drawing/2014/main" id="{20C8A4F7-6C4C-719B-298F-3B81223D1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11575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​​コネクタ(S) 13">
            <a:extLst>
              <a:ext uri="{FF2B5EF4-FFF2-40B4-BE49-F238E27FC236}">
                <a16:creationId xmlns:a16="http://schemas.microsoft.com/office/drawing/2014/main" id="{2E7E5D8B-D6BC-19AE-C0C9-249A556170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6812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タイトル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 anchor="b" anchorCtr="0">
            <a:noAutofit/>
          </a:bodyPr>
          <a:lstStyle>
            <a:lvl1pPr>
              <a:defRPr lang="ja-JP" sz="3600"/>
            </a:lvl1pPr>
          </a:lstStyle>
          <a:p>
            <a:pPr rtl="0"/>
            <a:r>
              <a:rPr lang="ja-JP" dirty="0"/>
              <a:t>クリックしてタイトルを追加</a:t>
            </a:r>
          </a:p>
        </p:txBody>
      </p:sp>
      <p:sp>
        <p:nvSpPr>
          <p:cNvPr id="15" name="コンテンツ プレースホルダー 3">
            <a:extLst>
              <a:ext uri="{FF2B5EF4-FFF2-40B4-BE49-F238E27FC236}">
                <a16:creationId xmlns:a16="http://schemas.microsoft.com/office/drawing/2014/main" id="{7A6C5266-7ECA-B150-2C0F-8670F43AC82D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38200" y="1987669"/>
            <a:ext cx="6974711" cy="4297679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None/>
              <a:defRPr lang="ja-JP" sz="1800"/>
            </a:lvl1pPr>
            <a:lvl2pPr>
              <a:spcBef>
                <a:spcPts val="1000"/>
              </a:spcBef>
              <a:spcAft>
                <a:spcPts val="500"/>
              </a:spcAft>
              <a:defRPr lang="ja-JP" sz="1800"/>
            </a:lvl2pPr>
            <a:lvl3pPr>
              <a:spcBef>
                <a:spcPts val="1000"/>
              </a:spcBef>
              <a:spcAft>
                <a:spcPts val="500"/>
              </a:spcAft>
              <a:defRPr lang="ja-JP" sz="1800"/>
            </a:lvl3pPr>
            <a:lvl4pPr>
              <a:spcBef>
                <a:spcPts val="1000"/>
              </a:spcBef>
              <a:spcAft>
                <a:spcPts val="500"/>
              </a:spcAft>
              <a:defRPr lang="ja-JP" sz="1800"/>
            </a:lvl4pPr>
            <a:lvl5pPr>
              <a:spcBef>
                <a:spcPts val="1000"/>
              </a:spcBef>
              <a:spcAft>
                <a:spcPts val="500"/>
              </a:spcAft>
              <a:defRPr lang="ja-JP" sz="1800"/>
            </a:lvl5pPr>
          </a:lstStyle>
          <a:p>
            <a:pPr lvl="0" rtl="0"/>
            <a:r>
              <a:rPr lang="ja-JP"/>
              <a:t>クリックしてテキストを追加</a:t>
            </a:r>
          </a:p>
          <a:p>
            <a:pPr lvl="1" rtl="0"/>
            <a:r>
              <a:rPr lang="ja-JP"/>
              <a:t>第 2 レベル</a:t>
            </a:r>
          </a:p>
          <a:p>
            <a:pPr lvl="2" rtl="0"/>
            <a:r>
              <a:rPr lang="ja-JP"/>
              <a:t>第 3 レベル</a:t>
            </a:r>
          </a:p>
          <a:p>
            <a:pPr lvl="3" rtl="0"/>
            <a:r>
              <a:rPr lang="ja-JP"/>
              <a:t>第 4 レベル</a:t>
            </a:r>
          </a:p>
          <a:p>
            <a:pPr lvl="4" rtl="0"/>
            <a:r>
              <a:rPr lang="ja-JP"/>
              <a:t>第 5 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917085" y="1987670"/>
            <a:ext cx="3436716" cy="4297680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lang="ja-JP" sz="1800"/>
            </a:lvl1pPr>
            <a:lvl2pPr>
              <a:spcBef>
                <a:spcPts val="1000"/>
              </a:spcBef>
              <a:spcAft>
                <a:spcPts val="500"/>
              </a:spcAft>
              <a:defRPr lang="ja-JP" sz="1600"/>
            </a:lvl2pPr>
            <a:lvl3pPr>
              <a:spcBef>
                <a:spcPts val="1000"/>
              </a:spcBef>
              <a:spcAft>
                <a:spcPts val="500"/>
              </a:spcAft>
              <a:defRPr lang="ja-JP" sz="1400"/>
            </a:lvl3pPr>
            <a:lvl4pPr>
              <a:spcBef>
                <a:spcPts val="1000"/>
              </a:spcBef>
              <a:spcAft>
                <a:spcPts val="500"/>
              </a:spcAft>
              <a:defRPr lang="ja-JP" sz="1200"/>
            </a:lvl4pPr>
            <a:lvl5pPr>
              <a:spcBef>
                <a:spcPts val="1000"/>
              </a:spcBef>
              <a:spcAft>
                <a:spcPts val="500"/>
              </a:spcAft>
              <a:defRPr lang="ja-JP" sz="1200"/>
            </a:lvl5pPr>
          </a:lstStyle>
          <a:p>
            <a:pPr lvl="0" rtl="0"/>
            <a:r>
              <a:rPr lang="ja-JP"/>
              <a:t>クリックしてテキストを追加</a:t>
            </a:r>
          </a:p>
          <a:p>
            <a:pPr lvl="1" rtl="0"/>
            <a:r>
              <a:rPr lang="ja-JP"/>
              <a:t>第 2 レベル</a:t>
            </a:r>
          </a:p>
          <a:p>
            <a:pPr lvl="2" rtl="0"/>
            <a:r>
              <a:rPr lang="ja-JP"/>
              <a:t>第 3 レベル</a:t>
            </a:r>
          </a:p>
          <a:p>
            <a:pPr lvl="3" rtl="0"/>
            <a:r>
              <a:rPr lang="ja-JP"/>
              <a:t>第 4 レベル</a:t>
            </a:r>
          </a:p>
          <a:p>
            <a:pPr lvl="4" rtl="0"/>
            <a:r>
              <a:rPr lang="ja-JP"/>
              <a:t>第 5 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fld id="{DA2C7F7C-6442-4A1D-8CE9-718B168179D5}" type="datetime1">
              <a:rPr lang="ja-JP" altLang="en-US" smtClean="0"/>
              <a:t>2026/7/4</a:t>
            </a:fld>
            <a:endParaRPr lang="ja-JP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endParaRPr lang="ja-JP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fld id="{CBD12358-51D2-46B3-9BDE-DF29528B9454}" type="slidenum">
              <a:rPr lang="ja-JP" smtClean="0"/>
              <a:t>‹#›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1377039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線​​コネクタ(S) 2">
            <a:extLst>
              <a:ext uri="{FF2B5EF4-FFF2-40B4-BE49-F238E27FC236}">
                <a16:creationId xmlns:a16="http://schemas.microsoft.com/office/drawing/2014/main" id="{37588714-FE55-FCEF-78C2-2A4D11ECD7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1575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​​コネクタ(S) 6">
            <a:extLst>
              <a:ext uri="{FF2B5EF4-FFF2-40B4-BE49-F238E27FC236}">
                <a16:creationId xmlns:a16="http://schemas.microsoft.com/office/drawing/2014/main" id="{BAF6BF02-4CD8-261B-BE58-05677EB947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1575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​​コネクタ(S) 8">
            <a:extLst>
              <a:ext uri="{FF2B5EF4-FFF2-40B4-BE49-F238E27FC236}">
                <a16:creationId xmlns:a16="http://schemas.microsoft.com/office/drawing/2014/main" id="{61AF1F17-7A1F-BCA2-15C0-417928B4E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802775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​​コネクタ(S) 9">
            <a:extLst>
              <a:ext uri="{FF2B5EF4-FFF2-40B4-BE49-F238E27FC236}">
                <a16:creationId xmlns:a16="http://schemas.microsoft.com/office/drawing/2014/main" id="{FF0ADE0B-D150-E72B-EE9A-E5EFDBC6F0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59925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​​コネクタ(S) 10">
            <a:extLst>
              <a:ext uri="{FF2B5EF4-FFF2-40B4-BE49-F238E27FC236}">
                <a16:creationId xmlns:a16="http://schemas.microsoft.com/office/drawing/2014/main" id="{ABBCDD5A-A3C4-DF4F-74AD-CAF0F465BD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59400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​​コネクタ(S) 11">
            <a:extLst>
              <a:ext uri="{FF2B5EF4-FFF2-40B4-BE49-F238E27FC236}">
                <a16:creationId xmlns:a16="http://schemas.microsoft.com/office/drawing/2014/main" id="{49430AE4-C878-DFAB-EDA5-36B97176D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11575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​​コネクタ(S) 12">
            <a:extLst>
              <a:ext uri="{FF2B5EF4-FFF2-40B4-BE49-F238E27FC236}">
                <a16:creationId xmlns:a16="http://schemas.microsoft.com/office/drawing/2014/main" id="{F61487B2-0348-2FFC-03FB-6508B6FD3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6812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タイトル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 anchor="b" anchorCtr="0">
            <a:noAutofit/>
          </a:bodyPr>
          <a:lstStyle>
            <a:lvl1pPr>
              <a:defRPr lang="ja-JP" sz="3600"/>
            </a:lvl1pPr>
          </a:lstStyle>
          <a:p>
            <a:pPr rtl="0"/>
            <a:r>
              <a:rPr lang="ja-JP" dirty="0"/>
              <a:t>クリックしてタイトルを追加</a:t>
            </a:r>
          </a:p>
        </p:txBody>
      </p:sp>
      <p:sp>
        <p:nvSpPr>
          <p:cNvPr id="8" name="表プレースホルダー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38199" y="2125262"/>
            <a:ext cx="10515600" cy="3675944"/>
          </a:xfrm>
        </p:spPr>
        <p:txBody>
          <a:bodyPr rtlCol="0">
            <a:normAutofit/>
          </a:bodyPr>
          <a:lstStyle>
            <a:lvl1pPr marL="0" indent="0" algn="ctr">
              <a:buNone/>
              <a:defRPr lang="ja-JP" sz="2000"/>
            </a:lvl1pPr>
          </a:lstStyle>
          <a:p>
            <a:pPr rtl="0"/>
            <a:r>
              <a:rPr lang="ja-JP"/>
              <a:t>アイコンをクリックして表を追加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fld id="{CF0A1314-BE9D-471B-B0E5-079C572CE009}" type="datetime1">
              <a:rPr lang="ja-JP" altLang="en-US" smtClean="0"/>
              <a:t>2026/7/4</a:t>
            </a:fld>
            <a:endParaRPr lang="ja-JP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endParaRPr lang="ja-JP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fld id="{CBD12358-51D2-46B3-9BDE-DF29528B9454}" type="slidenum">
              <a:rPr lang="ja-JP" smtClean="0"/>
              <a:t>‹#›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26260992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 3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線​​コネクタ(S) 6">
            <a:extLst>
              <a:ext uri="{FF2B5EF4-FFF2-40B4-BE49-F238E27FC236}">
                <a16:creationId xmlns:a16="http://schemas.microsoft.com/office/drawing/2014/main" id="{11843C0D-8C0B-0B3C-7014-7B7217C008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​​コネクタ(S) 7">
            <a:extLst>
              <a:ext uri="{FF2B5EF4-FFF2-40B4-BE49-F238E27FC236}">
                <a16:creationId xmlns:a16="http://schemas.microsoft.com/office/drawing/2014/main" id="{F7B715CF-E60F-DDAE-369E-BCC2CE4FF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​​コネクタ(S) 8">
            <a:extLst>
              <a:ext uri="{FF2B5EF4-FFF2-40B4-BE49-F238E27FC236}">
                <a16:creationId xmlns:a16="http://schemas.microsoft.com/office/drawing/2014/main" id="{F2BD8F5F-4228-6BB9-5EA6-5535908982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​​コネクタ(S) 9">
            <a:extLst>
              <a:ext uri="{FF2B5EF4-FFF2-40B4-BE49-F238E27FC236}">
                <a16:creationId xmlns:a16="http://schemas.microsoft.com/office/drawing/2014/main" id="{9F721F95-97C0-7151-B9F6-C088CEA1A7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図プレースホルダー 13">
            <a:extLst>
              <a:ext uri="{FF2B5EF4-FFF2-40B4-BE49-F238E27FC236}">
                <a16:creationId xmlns:a16="http://schemas.microsoft.com/office/drawing/2014/main" id="{978AD50A-9C6A-454B-0CAD-EAB51844014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810" y="0"/>
            <a:ext cx="7816995" cy="6858000"/>
          </a:xfrm>
          <a:custGeom>
            <a:avLst/>
            <a:gdLst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0 w 7813675"/>
              <a:gd name="connsiteY3" fmla="*/ 6903720 h 6903720"/>
              <a:gd name="connsiteX4" fmla="*/ 0 w 7813675"/>
              <a:gd name="connsiteY4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798854 w 7813675"/>
              <a:gd name="connsiteY3" fmla="*/ 686716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7803"/>
              <a:gd name="connsiteX1" fmla="*/ 7813675 w 7813675"/>
              <a:gd name="connsiteY1" fmla="*/ 0 h 6907803"/>
              <a:gd name="connsiteX2" fmla="*/ 7813675 w 7813675"/>
              <a:gd name="connsiteY2" fmla="*/ 6903720 h 6907803"/>
              <a:gd name="connsiteX3" fmla="*/ 809014 w 7813675"/>
              <a:gd name="connsiteY3" fmla="*/ 6907803 h 6907803"/>
              <a:gd name="connsiteX4" fmla="*/ 0 w 7813675"/>
              <a:gd name="connsiteY4" fmla="*/ 6903720 h 6907803"/>
              <a:gd name="connsiteX5" fmla="*/ 0 w 7813675"/>
              <a:gd name="connsiteY5" fmla="*/ 0 h 6907803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809014 w 7813675"/>
              <a:gd name="connsiteY3" fmla="*/ 688748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809014 w 7813675"/>
              <a:gd name="connsiteY3" fmla="*/ 688748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809014 w 7813675"/>
              <a:gd name="connsiteY3" fmla="*/ 689891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740434 w 7813675"/>
              <a:gd name="connsiteY3" fmla="*/ 689891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7385"/>
              <a:gd name="connsiteX1" fmla="*/ 7813675 w 7813675"/>
              <a:gd name="connsiteY1" fmla="*/ 0 h 6907385"/>
              <a:gd name="connsiteX2" fmla="*/ 7813675 w 7813675"/>
              <a:gd name="connsiteY2" fmla="*/ 6903720 h 6907385"/>
              <a:gd name="connsiteX3" fmla="*/ 6359380 w 7813675"/>
              <a:gd name="connsiteY3" fmla="*/ 6907385 h 6907385"/>
              <a:gd name="connsiteX4" fmla="*/ 740434 w 7813675"/>
              <a:gd name="connsiteY4" fmla="*/ 6898913 h 6907385"/>
              <a:gd name="connsiteX5" fmla="*/ 0 w 7813675"/>
              <a:gd name="connsiteY5" fmla="*/ 6903720 h 6907385"/>
              <a:gd name="connsiteX6" fmla="*/ 0 w 7813675"/>
              <a:gd name="connsiteY6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3320 w 7816995"/>
              <a:gd name="connsiteY5" fmla="*/ 690372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2899555 w 7816995"/>
              <a:gd name="connsiteY2" fmla="*/ 464820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16995" h="6907385">
                <a:moveTo>
                  <a:pt x="3320" y="0"/>
                </a:moveTo>
                <a:lnTo>
                  <a:pt x="7816995" y="0"/>
                </a:lnTo>
                <a:lnTo>
                  <a:pt x="2899555" y="4648200"/>
                </a:lnTo>
                <a:lnTo>
                  <a:pt x="6362700" y="6907385"/>
                </a:lnTo>
                <a:lnTo>
                  <a:pt x="743754" y="6898913"/>
                </a:lnTo>
                <a:lnTo>
                  <a:pt x="2876060" y="4644390"/>
                </a:lnTo>
                <a:cubicBezTo>
                  <a:pt x="1610033" y="3689302"/>
                  <a:pt x="1117437" y="3324763"/>
                  <a:pt x="0" y="2510645"/>
                </a:cubicBezTo>
                <a:cubicBezTo>
                  <a:pt x="1107" y="1673763"/>
                  <a:pt x="2213" y="836882"/>
                  <a:pt x="3320" y="0"/>
                </a:cubicBezTo>
                <a:close/>
              </a:path>
            </a:pathLst>
          </a:custGeom>
          <a:solidFill>
            <a:schemeClr val="tx2"/>
          </a:solidFill>
          <a:ln w="22225">
            <a:noFill/>
          </a:ln>
        </p:spPr>
        <p:txBody>
          <a:bodyPr lIns="274320" tIns="274320" rtlCol="0">
            <a:normAutofit/>
          </a:bodyPr>
          <a:lstStyle>
            <a:lvl1pPr marL="0" indent="0">
              <a:buNone/>
              <a:defRPr lang="ja-JP" sz="2000"/>
            </a:lvl1pPr>
          </a:lstStyle>
          <a:p>
            <a:pPr rtl="0"/>
            <a:r>
              <a:rPr lang="ja-JP"/>
              <a:t>アイコンをクリックして画像を追加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992" y="731562"/>
            <a:ext cx="4902843" cy="3526778"/>
          </a:xfrm>
          <a:noFill/>
        </p:spPr>
        <p:txBody>
          <a:bodyPr rtlCol="0" anchor="b">
            <a:noAutofit/>
          </a:bodyPr>
          <a:lstStyle>
            <a:defPPr>
              <a:defRPr lang="ja-JP"/>
            </a:defPPr>
          </a:lstStyle>
          <a:p>
            <a:pPr rtl="0"/>
            <a:endParaRPr lang="ja-JP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80992" y="4373217"/>
            <a:ext cx="4902843" cy="1753221"/>
          </a:xfrm>
        </p:spPr>
        <p:txBody>
          <a:bodyPr rtlCol="0" anchor="t" anchorCtr="0">
            <a:normAutofit/>
          </a:bodyPr>
          <a:lstStyle>
            <a:lvl1pPr marL="0" indent="0">
              <a:spcBef>
                <a:spcPts val="1000"/>
              </a:spcBef>
              <a:buNone/>
              <a:defRPr lang="ja-JP" sz="1800">
                <a:solidFill>
                  <a:schemeClr val="tx1"/>
                </a:solidFill>
              </a:defRPr>
            </a:lvl1pPr>
            <a:lvl2pPr>
              <a:spcBef>
                <a:spcPts val="1000"/>
              </a:spcBef>
              <a:defRPr lang="ja-JP" sz="1600">
                <a:solidFill>
                  <a:schemeClr val="tx1"/>
                </a:solidFill>
              </a:defRPr>
            </a:lvl2pPr>
            <a:lvl3pPr>
              <a:spcBef>
                <a:spcPts val="1000"/>
              </a:spcBef>
              <a:defRPr lang="ja-JP" sz="1400">
                <a:solidFill>
                  <a:schemeClr val="tx1"/>
                </a:solidFill>
              </a:defRPr>
            </a:lvl3pPr>
            <a:lvl4pPr>
              <a:spcBef>
                <a:spcPts val="1000"/>
              </a:spcBef>
              <a:defRPr lang="ja-JP" sz="1200">
                <a:solidFill>
                  <a:schemeClr val="tx1"/>
                </a:solidFill>
              </a:defRPr>
            </a:lvl4pPr>
            <a:lvl5pPr>
              <a:spcBef>
                <a:spcPts val="1000"/>
              </a:spcBef>
              <a:defRPr lang="ja-JP"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ja-JP"/>
              <a:t>クリックしてテキストを追加</a:t>
            </a:r>
          </a:p>
          <a:p>
            <a:pPr lvl="1" rtl="0"/>
            <a:r>
              <a:rPr lang="ja-JP"/>
              <a:t>第 2 レベル</a:t>
            </a:r>
          </a:p>
          <a:p>
            <a:pPr lvl="2" rtl="0"/>
            <a:r>
              <a:rPr lang="ja-JP"/>
              <a:t>第 3 レベル</a:t>
            </a:r>
          </a:p>
          <a:p>
            <a:pPr lvl="3" rtl="0"/>
            <a:r>
              <a:rPr lang="ja-JP"/>
              <a:t>第 4 レベル</a:t>
            </a:r>
          </a:p>
          <a:p>
            <a:pPr lvl="4" rtl="0"/>
            <a:r>
              <a:rPr lang="ja-JP"/>
              <a:t>第 5 レベル</a:t>
            </a:r>
          </a:p>
        </p:txBody>
      </p:sp>
    </p:spTree>
    <p:extLst>
      <p:ext uri="{BB962C8B-B14F-4D97-AF65-F5344CB8AC3E}">
        <p14:creationId xmlns:p14="http://schemas.microsoft.com/office/powerpoint/2010/main" val="2162967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4FD97564-C310-6E8C-8689-CE18881B4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ja-JP"/>
            </a:defPPr>
          </a:lstStyle>
          <a:p>
            <a:pPr rtl="0"/>
            <a:r>
              <a:rPr lang="ja-JP" dirty="0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FAD99FA-26D9-873B-BE7F-26FEC5C233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ja-JP"/>
            </a:defPPr>
          </a:lstStyle>
          <a:p>
            <a:pPr lvl="0" rtl="0"/>
            <a:r>
              <a:rPr lang="ja-JP" dirty="0"/>
              <a:t>クリックしてマスター テキストのスタイルを編集</a:t>
            </a:r>
          </a:p>
          <a:p>
            <a:pPr lvl="1" rtl="0"/>
            <a:r>
              <a:rPr lang="ja-JP" dirty="0"/>
              <a:t>第 2 レベル</a:t>
            </a:r>
          </a:p>
          <a:p>
            <a:pPr lvl="2" rtl="0"/>
            <a:r>
              <a:rPr lang="ja-JP" dirty="0"/>
              <a:t>第 3 レベル</a:t>
            </a:r>
          </a:p>
          <a:p>
            <a:pPr lvl="3" rtl="0"/>
            <a:r>
              <a:rPr lang="ja-JP" dirty="0"/>
              <a:t>第 4 レベル</a:t>
            </a:r>
          </a:p>
          <a:p>
            <a:pPr lvl="4" rtl="0"/>
            <a:r>
              <a:rPr lang="ja-JP" dirty="0"/>
              <a:t>第 5 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319819E-0266-97DD-DFD1-BAAA06AE32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ja-JP" sz="1200">
                <a:solidFill>
                  <a:schemeClr val="tx1">
                    <a:tint val="82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1836EBFD-33B1-486C-B4EC-DA728D408CD3}" type="datetime1">
              <a:rPr lang="ja-JP" altLang="en-US" smtClean="0"/>
              <a:t>2026/7/4</a:t>
            </a:fld>
            <a:endParaRPr 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BFD19C9-01CE-9E2A-CDA5-C15940F055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ja-JP" sz="1200">
                <a:solidFill>
                  <a:schemeClr val="tx1">
                    <a:tint val="82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1801085-7B28-048D-E3D3-9C3614268D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ja-JP" sz="1200">
                <a:solidFill>
                  <a:schemeClr val="tx1">
                    <a:tint val="82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CBD12358-51D2-46B3-9BDE-DF29528B9454}" type="slidenum">
              <a:rPr lang="en-US" altLang="ja-JP" smtClean="0"/>
              <a:pPr/>
              <a:t>‹#›</a:t>
            </a:fld>
            <a:endParaRPr lang="en-US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65934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60" r:id="rId2"/>
    <p:sldLayoutId id="2147483658" r:id="rId3"/>
    <p:sldLayoutId id="2147483659" r:id="rId4"/>
    <p:sldLayoutId id="2147483650" r:id="rId5"/>
    <p:sldLayoutId id="2147483649" r:id="rId6"/>
    <p:sldLayoutId id="2147483662" r:id="rId7"/>
    <p:sldLayoutId id="2147483663" r:id="rId8"/>
    <p:sldLayoutId id="2147483652" r:id="rId9"/>
    <p:sldLayoutId id="2147483666" r:id="rId10"/>
    <p:sldLayoutId id="2147483664" r:id="rId11"/>
    <p:sldLayoutId id="2147483665" r:id="rId12"/>
    <p:sldLayoutId id="2147483661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ja-JP" sz="4000" i="0" kern="1200" cap="all" baseline="0">
          <a:solidFill>
            <a:schemeClr val="accent1"/>
          </a:solidFill>
          <a:latin typeface="Meiryo UI" panose="020B0604030504040204" pitchFamily="50" charset="-128"/>
          <a:ea typeface="Meiryo UI" panose="020B0604030504040204" pitchFamily="50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ja-JP" sz="28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ja-JP" sz="24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ja-JP" sz="20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ja-JP" sz="18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ja-JP" sz="18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ja-JP" sz="1800" kern="1200">
          <a:solidFill>
            <a:schemeClr val="tx1"/>
          </a:solidFill>
          <a:latin typeface="+mn-cs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ja-JP" sz="1800" kern="1200">
          <a:solidFill>
            <a:schemeClr val="tx1"/>
          </a:solidFill>
          <a:latin typeface="+mn-cs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ja-JP" sz="1800" kern="1200">
          <a:solidFill>
            <a:schemeClr val="tx1"/>
          </a:solidFill>
          <a:latin typeface="+mn-cs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ja-JP" sz="1800" kern="1200">
          <a:solidFill>
            <a:schemeClr val="tx1"/>
          </a:solidFill>
          <a:latin typeface="+mn-cs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lang="ja-JP" sz="1800" kern="1200">
          <a:solidFill>
            <a:schemeClr val="tx1"/>
          </a:solidFill>
          <a:latin typeface="+mn-cs"/>
          <a:ea typeface="+mn-ea"/>
          <a:cs typeface="+mn-cs"/>
        </a:defRPr>
      </a:lvl1pPr>
      <a:lvl2pPr marL="457200" algn="l" defTabSz="914400" rtl="0" eaLnBrk="1" latinLnBrk="0" hangingPunct="1">
        <a:defRPr lang="ja-JP" sz="1800" kern="1200">
          <a:solidFill>
            <a:schemeClr val="tx1"/>
          </a:solidFill>
          <a:latin typeface="+mn-cs"/>
          <a:ea typeface="+mn-ea"/>
          <a:cs typeface="+mn-cs"/>
        </a:defRPr>
      </a:lvl2pPr>
      <a:lvl3pPr marL="914400" algn="l" defTabSz="914400" rtl="0" eaLnBrk="1" latinLnBrk="0" hangingPunct="1">
        <a:defRPr lang="ja-JP" sz="1800" kern="1200">
          <a:solidFill>
            <a:schemeClr val="tx1"/>
          </a:solidFill>
          <a:latin typeface="+mn-cs"/>
          <a:ea typeface="+mn-ea"/>
          <a:cs typeface="+mn-cs"/>
        </a:defRPr>
      </a:lvl3pPr>
      <a:lvl4pPr marL="1371600" algn="l" defTabSz="914400" rtl="0" eaLnBrk="1" latinLnBrk="0" hangingPunct="1">
        <a:defRPr lang="ja-JP" sz="1800" kern="1200">
          <a:solidFill>
            <a:schemeClr val="tx1"/>
          </a:solidFill>
          <a:latin typeface="+mn-cs"/>
          <a:ea typeface="+mn-ea"/>
          <a:cs typeface="+mn-cs"/>
        </a:defRPr>
      </a:lvl4pPr>
      <a:lvl5pPr marL="1828800" algn="l" defTabSz="914400" rtl="0" eaLnBrk="1" latinLnBrk="0" hangingPunct="1">
        <a:defRPr lang="ja-JP" sz="1800" kern="1200">
          <a:solidFill>
            <a:schemeClr val="tx1"/>
          </a:solidFill>
          <a:latin typeface="+mn-cs"/>
          <a:ea typeface="+mn-ea"/>
          <a:cs typeface="+mn-cs"/>
        </a:defRPr>
      </a:lvl5pPr>
      <a:lvl6pPr marL="2286000" algn="l" defTabSz="914400" rtl="0" eaLnBrk="1" latinLnBrk="0" hangingPunct="1">
        <a:defRPr lang="ja-JP" sz="1800" kern="1200">
          <a:solidFill>
            <a:schemeClr val="tx1"/>
          </a:solidFill>
          <a:latin typeface="+mn-cs"/>
          <a:ea typeface="+mn-ea"/>
          <a:cs typeface="+mn-cs"/>
        </a:defRPr>
      </a:lvl6pPr>
      <a:lvl7pPr marL="2743200" algn="l" defTabSz="914400" rtl="0" eaLnBrk="1" latinLnBrk="0" hangingPunct="1">
        <a:defRPr lang="ja-JP" sz="1800" kern="1200">
          <a:solidFill>
            <a:schemeClr val="tx1"/>
          </a:solidFill>
          <a:latin typeface="+mn-cs"/>
          <a:ea typeface="+mn-ea"/>
          <a:cs typeface="+mn-cs"/>
        </a:defRPr>
      </a:lvl7pPr>
      <a:lvl8pPr marL="3200400" algn="l" defTabSz="914400" rtl="0" eaLnBrk="1" latinLnBrk="0" hangingPunct="1">
        <a:defRPr lang="ja-JP" sz="1800" kern="1200">
          <a:solidFill>
            <a:schemeClr val="tx1"/>
          </a:solidFill>
          <a:latin typeface="+mn-cs"/>
          <a:ea typeface="+mn-ea"/>
          <a:cs typeface="+mn-cs"/>
        </a:defRPr>
      </a:lvl8pPr>
      <a:lvl9pPr marL="3657600" algn="l" defTabSz="914400" rtl="0" eaLnBrk="1" latinLnBrk="0" hangingPunct="1">
        <a:defRPr lang="ja-JP" sz="1800" kern="1200">
          <a:solidFill>
            <a:schemeClr val="tx1"/>
          </a:solidFill>
          <a:latin typeface="+mn-cs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8">
            <a:extLst>
              <a:ext uri="{FF2B5EF4-FFF2-40B4-BE49-F238E27FC236}">
                <a16:creationId xmlns:a16="http://schemas.microsoft.com/office/drawing/2014/main" id="{6FEC93CF-2672-7D78-F278-58C5E012E0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468" y="486137"/>
            <a:ext cx="4657212" cy="3599727"/>
          </a:xfrm>
        </p:spPr>
        <p:txBody>
          <a:bodyPr rtlCol="0"/>
          <a:lstStyle>
            <a:defPPr>
              <a:defRPr lang="ja-JP"/>
            </a:defPPr>
          </a:lstStyle>
          <a:p>
            <a:pPr rtl="0"/>
            <a:r>
              <a:rPr lang="ja-JP" dirty="0"/>
              <a:t>基本的なプレゼンテーション</a:t>
            </a:r>
          </a:p>
        </p:txBody>
      </p:sp>
      <p:pic>
        <p:nvPicPr>
          <p:cNvPr id="7" name="図プレースホルダー 6" descr="高層ビルが立ち並ぶ街を見上げる">
            <a:extLst>
              <a:ext uri="{FF2B5EF4-FFF2-40B4-BE49-F238E27FC236}">
                <a16:creationId xmlns:a16="http://schemas.microsoft.com/office/drawing/2014/main" id="{ED21B7CD-3D69-26B5-8A0B-52A19A6B0A2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" r="72"/>
          <a:stretch/>
        </p:blipFill>
        <p:spPr/>
      </p:pic>
    </p:spTree>
    <p:extLst>
      <p:ext uri="{BB962C8B-B14F-4D97-AF65-F5344CB8AC3E}">
        <p14:creationId xmlns:p14="http://schemas.microsoft.com/office/powerpoint/2010/main" val="3078994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3C2181D-911C-1343-7267-E35AC86CCA0E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 rtlCol="0">
            <a:noAutofit/>
          </a:bodyPr>
          <a:lstStyle>
            <a:defPPr>
              <a:defRPr lang="ja-JP"/>
            </a:defPPr>
          </a:lstStyle>
          <a:p>
            <a:pPr rtl="0"/>
            <a:r>
              <a:rPr lang="ja-JP"/>
              <a:t>議題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BEA8735-F1DC-1DE6-0A38-429B2F660F8A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 rtlCol="0" anchor="ctr">
            <a:normAutofit/>
          </a:bodyPr>
          <a:lstStyle>
            <a:defPPr>
              <a:defRPr lang="ja-JP"/>
            </a:defPPr>
          </a:lstStyle>
          <a:p>
            <a:pPr rtl="0"/>
            <a:r>
              <a:rPr lang="ja-JP"/>
              <a:t>概要</a:t>
            </a:r>
          </a:p>
          <a:p>
            <a:pPr rtl="0"/>
            <a:r>
              <a:rPr lang="ja-JP"/>
              <a:t>信頼の構築</a:t>
            </a:r>
          </a:p>
          <a:p>
            <a:pPr rtl="0"/>
            <a:r>
              <a:rPr lang="ja-JP"/>
              <a:t>聞き手を引き付ける</a:t>
            </a:r>
          </a:p>
          <a:p>
            <a:pPr rtl="0"/>
            <a:r>
              <a:rPr lang="ja-JP"/>
              <a:t>視覚補助</a:t>
            </a:r>
          </a:p>
          <a:p>
            <a:pPr rtl="0"/>
            <a:r>
              <a:rPr lang="ja-JP"/>
              <a:t>最後のヒントと考慮事項</a:t>
            </a:r>
          </a:p>
        </p:txBody>
      </p:sp>
      <p:pic>
        <p:nvPicPr>
          <p:cNvPr id="25" name="図プレースホルダー 6" descr="都会のスカイライン">
            <a:extLst>
              <a:ext uri="{FF2B5EF4-FFF2-40B4-BE49-F238E27FC236}">
                <a16:creationId xmlns:a16="http://schemas.microsoft.com/office/drawing/2014/main" id="{086C9520-C924-5732-CC82-F0C4A533D4E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" r="38"/>
          <a:stretch/>
        </p:blipFill>
        <p:spPr/>
      </p:pic>
    </p:spTree>
    <p:extLst>
      <p:ext uri="{BB962C8B-B14F-4D97-AF65-F5344CB8AC3E}">
        <p14:creationId xmlns:p14="http://schemas.microsoft.com/office/powerpoint/2010/main" val="1038351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A0034E89-1952-5288-08A0-70A4A73BE3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noFill/>
        </p:spPr>
        <p:txBody>
          <a:bodyPr rtlCol="0" anchor="b"/>
          <a:lstStyle>
            <a:defPPr>
              <a:defRPr lang="ja-JP"/>
            </a:defPPr>
          </a:lstStyle>
          <a:p>
            <a:pPr rtl="0"/>
            <a:r>
              <a:rPr lang="ja-JP"/>
              <a:t>コミュニケーションのパワー</a:t>
            </a:r>
          </a:p>
        </p:txBody>
      </p:sp>
      <p:pic>
        <p:nvPicPr>
          <p:cNvPr id="17" name="図プレースホルダー 16" descr="高い建物のある街">
            <a:extLst>
              <a:ext uri="{FF2B5EF4-FFF2-40B4-BE49-F238E27FC236}">
                <a16:creationId xmlns:a16="http://schemas.microsoft.com/office/drawing/2014/main" id="{4D6EE8D1-247A-B95F-BD1A-A2D76964CF3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" r="13"/>
          <a:stretch/>
        </p:blipFill>
        <p:spPr/>
      </p:pic>
    </p:spTree>
    <p:extLst>
      <p:ext uri="{BB962C8B-B14F-4D97-AF65-F5344CB8AC3E}">
        <p14:creationId xmlns:p14="http://schemas.microsoft.com/office/powerpoint/2010/main" val="821088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5072" y="528320"/>
            <a:ext cx="5028566" cy="3354992"/>
          </a:xfrm>
          <a:noFill/>
        </p:spPr>
        <p:txBody>
          <a:bodyPr rtlCol="0">
            <a:noAutofit/>
          </a:bodyPr>
          <a:lstStyle>
            <a:defPPr>
              <a:defRPr lang="ja-JP"/>
            </a:defPPr>
          </a:lstStyle>
          <a:p>
            <a:pPr rtl="0"/>
            <a:r>
              <a:rPr lang="ja-JP"/>
              <a:t>緊張に打ち勝つ</a:t>
            </a:r>
          </a:p>
        </p:txBody>
      </p:sp>
      <p:sp>
        <p:nvSpPr>
          <p:cNvPr id="3" name="サブタイトル 2">
            <a:extLst>
              <a:ext uri="{FF2B5EF4-FFF2-40B4-BE49-F238E27FC236}">
                <a16:creationId xmlns:a16="http://schemas.microsoft.com/office/drawing/2014/main" id="{72446868-83F0-CEEF-5E60-6D55C93B52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15072" y="4027992"/>
            <a:ext cx="5028565" cy="1894972"/>
          </a:xfrm>
          <a:noFill/>
        </p:spPr>
        <p:txBody>
          <a:bodyPr rtlCol="0" anchor="t"/>
          <a:lstStyle>
            <a:defPPr>
              <a:defRPr lang="ja-JP"/>
            </a:defPPr>
          </a:lstStyle>
          <a:p>
            <a:pPr rtl="0"/>
            <a:r>
              <a:rPr lang="ja-JP"/>
              <a:t>信頼を構築する戦略</a:t>
            </a:r>
          </a:p>
        </p:txBody>
      </p:sp>
      <p:pic>
        <p:nvPicPr>
          <p:cNvPr id="43" name="図プレースホルダー 42" descr="街の上空を飛ぶ飛行機">
            <a:extLst>
              <a:ext uri="{FF2B5EF4-FFF2-40B4-BE49-F238E27FC236}">
                <a16:creationId xmlns:a16="http://schemas.microsoft.com/office/drawing/2014/main" id="{9100BC91-12A3-DE75-3F38-9C17D39DC5E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" r="39"/>
          <a:stretch/>
        </p:blipFill>
        <p:spPr>
          <a:xfrm>
            <a:off x="7257326" y="-11576"/>
            <a:ext cx="4946249" cy="6903720"/>
          </a:xfrm>
        </p:spPr>
      </p:pic>
    </p:spTree>
    <p:extLst>
      <p:ext uri="{BB962C8B-B14F-4D97-AF65-F5344CB8AC3E}">
        <p14:creationId xmlns:p14="http://schemas.microsoft.com/office/powerpoint/2010/main" val="4242039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 rtlCol="0"/>
          <a:lstStyle>
            <a:defPPr>
              <a:defRPr lang="ja-JP"/>
            </a:defPPr>
          </a:lstStyle>
          <a:p>
            <a:pPr rtl="0"/>
            <a:r>
              <a:rPr lang="ja-JP"/>
              <a:t>聞き手を引き付ける</a:t>
            </a:r>
            <a:endParaRPr lang="ja-JP" dirty="0"/>
          </a:p>
        </p:txBody>
      </p:sp>
      <p:pic>
        <p:nvPicPr>
          <p:cNvPr id="24" name="図プレースホルダー 7" descr="高層ビルを見上げる">
            <a:extLst>
              <a:ext uri="{FF2B5EF4-FFF2-40B4-BE49-F238E27FC236}">
                <a16:creationId xmlns:a16="http://schemas.microsoft.com/office/drawing/2014/main" id="{A672B903-78EE-718A-C122-69D51207883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" b="61"/>
          <a:stretch/>
        </p:blipFill>
        <p:spPr>
          <a:noFill/>
        </p:spPr>
      </p:pic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6A33159-D030-2F82-A142-F759407283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noFill/>
        </p:spPr>
        <p:txBody>
          <a:bodyPr vert="horz" lIns="91440" tIns="45720" rIns="91440" bIns="45720" rtlCol="0" anchor="t">
            <a:normAutofit/>
          </a:bodyPr>
          <a:lstStyle>
            <a:defPPr>
              <a:defRPr lang="ja-JP"/>
            </a:defPPr>
          </a:lstStyle>
          <a:p>
            <a:pPr rtl="0"/>
            <a:r>
              <a:rPr lang="ja-JP"/>
              <a:t>聞き手とアイ コンタクトをとり、親近感を作り出し、聞き手を巻き込みます</a:t>
            </a:r>
          </a:p>
          <a:p>
            <a:pPr rtl="0"/>
            <a:r>
              <a:rPr lang="ja-JP"/>
              <a:t>実話を使って、プレゼンテーションに共感できる話を織り込んで、メッセージを印象的でインパクトのあるものにします</a:t>
            </a:r>
          </a:p>
          <a:p>
            <a:pPr rtl="0"/>
            <a:r>
              <a:rPr lang="ja-JP"/>
              <a:t>質問するように促し、考え深い回答をして、聞き手の参加を高める</a:t>
            </a:r>
          </a:p>
          <a:p>
            <a:pPr rtl="0"/>
            <a:r>
              <a:rPr lang="ja-JP"/>
              <a:t>ライブ投票やアンケートを行って、聞き手の意見を集め、エンゲージメントを促進し、聞き手が参加していると感じられるようにする</a:t>
            </a:r>
          </a:p>
        </p:txBody>
      </p:sp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F463CB3-2956-E8D2-C23D-A3BAA7295D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noFill/>
        </p:spPr>
        <p:txBody>
          <a:bodyPr rtlCol="0"/>
          <a:lstStyle>
            <a:defPPr>
              <a:defRPr lang="ja-JP"/>
            </a:defPPr>
          </a:lstStyle>
          <a:p>
            <a:pPr rtl="0"/>
            <a:r>
              <a:rPr lang="ja-JP"/>
              <a:t>視覚資料の選択</a:t>
            </a:r>
            <a:endParaRPr lang="ja-JP" dirty="0"/>
          </a:p>
        </p:txBody>
      </p:sp>
      <p:sp>
        <p:nvSpPr>
          <p:cNvPr id="3" name="サブタイトル 2">
            <a:extLst>
              <a:ext uri="{FF2B5EF4-FFF2-40B4-BE49-F238E27FC236}">
                <a16:creationId xmlns:a16="http://schemas.microsoft.com/office/drawing/2014/main" id="{FEECEBD4-35BF-26BB-D438-DA43EBD5EE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noFill/>
        </p:spPr>
        <p:txBody>
          <a:bodyPr rtlCol="0"/>
          <a:lstStyle>
            <a:defPPr>
              <a:defRPr lang="ja-JP"/>
            </a:defPPr>
          </a:lstStyle>
          <a:p>
            <a:pPr rtl="0"/>
            <a:r>
              <a:rPr lang="ja-JP"/>
              <a:t>プレゼンテーションを向上させる</a:t>
            </a:r>
          </a:p>
        </p:txBody>
      </p:sp>
    </p:spTree>
    <p:extLst>
      <p:ext uri="{BB962C8B-B14F-4D97-AF65-F5344CB8AC3E}">
        <p14:creationId xmlns:p14="http://schemas.microsoft.com/office/powerpoint/2010/main" val="4351953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7A9874B-BCA9-8420-1595-EDD1865A099A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 rtlCol="0"/>
          <a:lstStyle>
            <a:defPPr>
              <a:defRPr lang="ja-JP"/>
            </a:defPPr>
          </a:lstStyle>
          <a:p>
            <a:pPr rtl="0"/>
            <a:r>
              <a:rPr lang="ja-JP"/>
              <a:t>効果的にプレゼンテーションを提供するテクニック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CFBB810-3430-2C29-1AA0-9744AA0A1AA3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solidFill>
            <a:schemeClr val="bg1"/>
          </a:solidFill>
        </p:spPr>
        <p:txBody>
          <a:bodyPr rtlCol="0">
            <a:normAutofit/>
          </a:bodyPr>
          <a:lstStyle>
            <a:defPPr>
              <a:defRPr lang="ja-JP"/>
            </a:defPPr>
          </a:lstStyle>
          <a:p>
            <a:pPr rtl="0"/>
            <a:r>
              <a:rPr lang="ja-JP"/>
              <a:t>ボディー ランゲージを効果的に使用すると、メッセージが強調され、よりインパクトのある印象的なものになります。</a:t>
            </a:r>
          </a:p>
          <a:p>
            <a:pPr lvl="1" rtl="0"/>
            <a:r>
              <a:rPr lang="ja-JP"/>
              <a:t>有意義なアイ コンタクト</a:t>
            </a:r>
          </a:p>
          <a:p>
            <a:pPr lvl="1" rtl="0"/>
            <a:r>
              <a:rPr lang="ja-JP"/>
              <a:t>意味が伝わるジェスチャー</a:t>
            </a:r>
          </a:p>
          <a:p>
            <a:pPr lvl="1" rtl="0"/>
            <a:r>
              <a:rPr lang="ja-JP"/>
              <a:t>よい姿勢を保つ</a:t>
            </a:r>
          </a:p>
          <a:p>
            <a:pPr lvl="1" rtl="0"/>
            <a:r>
              <a:rPr lang="ja-JP"/>
              <a:t>表情のコントロール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8A5FD2B-E3E5-1C2B-0151-21F216B14A33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solidFill>
            <a:schemeClr val="bg1"/>
          </a:solidFill>
        </p:spPr>
        <p:txBody>
          <a:bodyPr rtlCol="0">
            <a:normAutofit/>
          </a:bodyPr>
          <a:lstStyle>
            <a:defPPr>
              <a:defRPr lang="ja-JP"/>
            </a:defPPr>
          </a:lstStyle>
          <a:p>
            <a:pPr rtl="0"/>
            <a:r>
              <a:rPr lang="ja-JP"/>
              <a:t>これは、公の場で話す時の強力なツールです。これは、声の高さ、トーン、声量を変えることで、感情を伝え、要点を強調し、関心を維持することが含まれます。 </a:t>
            </a:r>
          </a:p>
          <a:p>
            <a:pPr lvl="1" rtl="0"/>
            <a:r>
              <a:rPr lang="ja-JP"/>
              <a:t>高低の変化</a:t>
            </a:r>
          </a:p>
          <a:p>
            <a:pPr lvl="1" rtl="0"/>
            <a:r>
              <a:rPr lang="ja-JP"/>
              <a:t>トーンの変化</a:t>
            </a:r>
          </a:p>
          <a:p>
            <a:pPr lvl="1" rtl="0"/>
            <a:r>
              <a:rPr lang="ja-JP"/>
              <a:t>声量​​のコントロール</a:t>
            </a:r>
          </a:p>
        </p:txBody>
      </p:sp>
    </p:spTree>
    <p:extLst>
      <p:ext uri="{BB962C8B-B14F-4D97-AF65-F5344CB8AC3E}">
        <p14:creationId xmlns:p14="http://schemas.microsoft.com/office/powerpoint/2010/main" val="8374022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4C27C8-165C-5513-DB4B-9D840097C545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 rtlCol="0"/>
          <a:lstStyle>
            <a:defPPr>
              <a:defRPr lang="ja-JP"/>
            </a:defPPr>
          </a:lstStyle>
          <a:p>
            <a:pPr rtl="0"/>
            <a:r>
              <a:rPr lang="ja-JP"/>
              <a:t>Q&amp;A セッションのナビゲート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3302BFD-960F-CBB3-E984-CDC12813A10C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noFill/>
        </p:spPr>
        <p:txBody>
          <a:bodyPr rtlCol="0">
            <a:normAutofit/>
          </a:bodyPr>
          <a:lstStyle>
            <a:defPPr>
              <a:defRPr lang="ja-JP"/>
            </a:defPPr>
          </a:lstStyle>
          <a:p>
            <a:pPr rtl="0"/>
            <a:r>
              <a:rPr lang="ja-JP"/>
              <a:t>事前に資料を把握する</a:t>
            </a:r>
          </a:p>
          <a:p>
            <a:pPr rtl="0"/>
            <a:r>
              <a:rPr lang="ja-JP"/>
              <a:t>よくある質問を想定しておく</a:t>
            </a:r>
          </a:p>
          <a:p>
            <a:pPr rtl="0"/>
            <a:r>
              <a:rPr lang="ja-JP"/>
              <a:t>返答の練習をする</a:t>
            </a:r>
          </a:p>
          <a:p>
            <a:pPr rtl="0"/>
            <a:endParaRPr lang="ja-JP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ACE640F-7F5A-BDB7-205D-765FA80B6796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noFill/>
        </p:spPr>
        <p:txBody>
          <a:bodyPr rtlCol="0">
            <a:normAutofit/>
          </a:bodyPr>
          <a:lstStyle>
            <a:defPPr>
              <a:defRPr lang="ja-JP"/>
            </a:defPPr>
          </a:lstStyle>
          <a:p>
            <a:pPr rtl="0"/>
            <a:r>
              <a:rPr lang="ja-JP"/>
              <a:t>Q&amp;A セッションで落ち着きを保つことは、確信と威厳を醸し出すのに不可欠です。落ち着きを保つためのヒントは以下のとおりです。</a:t>
            </a:r>
          </a:p>
          <a:p>
            <a:pPr lvl="1" rtl="0"/>
            <a:r>
              <a:rPr lang="ja-JP"/>
              <a:t>冷静になる</a:t>
            </a:r>
          </a:p>
          <a:p>
            <a:pPr lvl="1" rtl="0"/>
            <a:r>
              <a:rPr lang="ja-JP"/>
              <a:t>アクティブ リスニングをする</a:t>
            </a:r>
          </a:p>
          <a:p>
            <a:pPr lvl="1" rtl="0"/>
            <a:r>
              <a:rPr lang="ja-JP"/>
              <a:t>少し時間をとって振り返る</a:t>
            </a:r>
          </a:p>
          <a:p>
            <a:pPr lvl="1" rtl="0"/>
            <a:r>
              <a:rPr lang="ja-JP"/>
              <a:t>アイコンタクトを保つ</a:t>
            </a:r>
          </a:p>
          <a:p>
            <a:pPr rtl="0"/>
            <a:endParaRPr lang="ja-JP" dirty="0"/>
          </a:p>
        </p:txBody>
      </p:sp>
    </p:spTree>
    <p:extLst>
      <p:ext uri="{BB962C8B-B14F-4D97-AF65-F5344CB8AC3E}">
        <p14:creationId xmlns:p14="http://schemas.microsoft.com/office/powerpoint/2010/main" val="7296091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38A15DE-D135-0710-9984-A0A55E960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6645965" cy="1325563"/>
          </a:xfrm>
          <a:noFill/>
        </p:spPr>
        <p:txBody>
          <a:bodyPr rtlCol="0"/>
          <a:lstStyle>
            <a:defPPr>
              <a:defRPr lang="ja-JP"/>
            </a:defPPr>
          </a:lstStyle>
          <a:p>
            <a:pPr rtl="0"/>
            <a:r>
              <a:rPr lang="ja-JP"/>
              <a:t>話し方の影響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CC8AA23-D8D0-93BE-5C5F-103A750B0D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2055813"/>
            <a:ext cx="6128207" cy="4067492"/>
          </a:xfrm>
          <a:noFill/>
        </p:spPr>
        <p:txBody>
          <a:bodyPr vert="horz" lIns="91440" tIns="45720" rIns="91440" bIns="45720" rtlCol="0" anchor="t">
            <a:normAutofit/>
          </a:bodyPr>
          <a:lstStyle>
            <a:defPPr>
              <a:defRPr lang="ja-JP"/>
            </a:defPPr>
          </a:lstStyle>
          <a:p>
            <a:pPr rtl="0"/>
            <a:r>
              <a:rPr lang="ja-JP" dirty="0"/>
              <a:t>効果的にコミュニケーションを取る能力は、聞き手に長く残る影響を与えます</a:t>
            </a:r>
          </a:p>
          <a:p>
            <a:pPr rtl="0"/>
            <a:r>
              <a:rPr lang="ja-JP" dirty="0"/>
              <a:t>効果的なコミュニケーションのためには、メッセージを伝えるだけでなく、聞いている人の体験、価値観、感情に共感する必要もあります </a:t>
            </a:r>
          </a:p>
        </p:txBody>
      </p:sp>
      <p:pic>
        <p:nvPicPr>
          <p:cNvPr id="20" name="図プレースホルダー 19" descr="夜の街の明かり">
            <a:extLst>
              <a:ext uri="{FF2B5EF4-FFF2-40B4-BE49-F238E27FC236}">
                <a16:creationId xmlns:a16="http://schemas.microsoft.com/office/drawing/2014/main" id="{E5D7764F-CE06-1A00-3555-ACAE6ACDFE1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" b="52"/>
          <a:stretch/>
        </p:blipFill>
        <p:spPr>
          <a:xfrm>
            <a:off x="7566991" y="-22860"/>
            <a:ext cx="4625008" cy="6903720"/>
          </a:xfrm>
        </p:spPr>
      </p:pic>
    </p:spTree>
    <p:extLst>
      <p:ext uri="{BB962C8B-B14F-4D97-AF65-F5344CB8AC3E}">
        <p14:creationId xmlns:p14="http://schemas.microsoft.com/office/powerpoint/2010/main" val="27372412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7545968-70F7-0180-6448-3547E442EF4A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 rtlCol="0">
            <a:noAutofit/>
          </a:bodyPr>
          <a:lstStyle>
            <a:defPPr>
              <a:defRPr lang="ja-JP"/>
            </a:defPPr>
          </a:lstStyle>
          <a:p>
            <a:pPr rtl="0"/>
            <a:r>
              <a:rPr lang="ja-JP"/>
              <a:t>ダイナミックなプレゼンテーションの提供</a:t>
            </a:r>
          </a:p>
        </p:txBody>
      </p:sp>
      <p:sp>
        <p:nvSpPr>
          <p:cNvPr id="8" name="コンテンツ プレースホルダー 7">
            <a:extLst>
              <a:ext uri="{FF2B5EF4-FFF2-40B4-BE49-F238E27FC236}">
                <a16:creationId xmlns:a16="http://schemas.microsoft.com/office/drawing/2014/main" id="{215CE58D-2739-522B-7C3A-6A7C985360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solidFill>
            <a:schemeClr val="bg1"/>
          </a:solidFill>
        </p:spPr>
        <p:txBody>
          <a:bodyPr vert="horz" lIns="91440" tIns="45720" rIns="91440" bIns="45720" rtlCol="0" anchor="t">
            <a:normAutofit/>
          </a:bodyPr>
          <a:lstStyle>
            <a:defPPr>
              <a:defRPr lang="ja-JP"/>
            </a:defPPr>
          </a:lstStyle>
          <a:p>
            <a:pPr rtl="0"/>
            <a:r>
              <a:rPr lang="ja-JP"/>
              <a:t>プレゼンテーションの提供にエネルギーを注ぎ込み、長く残る印象を与える方法を説明します</a:t>
            </a:r>
          </a:p>
          <a:p>
            <a:pPr rtl="0"/>
            <a:r>
              <a:rPr lang="ja-JP"/>
              <a:t>効果的なコミュニケーションの目標の 1 つは、聞き手に意欲を起こさせることです</a:t>
            </a:r>
          </a:p>
        </p:txBody>
      </p:sp>
      <p:graphicFrame>
        <p:nvGraphicFramePr>
          <p:cNvPr id="3" name="表プレースホルダー 2">
            <a:extLst>
              <a:ext uri="{FF2B5EF4-FFF2-40B4-BE49-F238E27FC236}">
                <a16:creationId xmlns:a16="http://schemas.microsoft.com/office/drawing/2014/main" id="{F01CF5D3-D3B1-1944-CFDF-D8EE11DE42AA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1272725530"/>
              </p:ext>
            </p:extLst>
          </p:nvPr>
        </p:nvGraphicFramePr>
        <p:xfrm>
          <a:off x="4108450" y="2136775"/>
          <a:ext cx="7059592" cy="3676214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2386618">
                  <a:extLst>
                    <a:ext uri="{9D8B030D-6E8A-4147-A177-3AD203B41FA5}">
                      <a16:colId xmlns:a16="http://schemas.microsoft.com/office/drawing/2014/main" val="127040821"/>
                    </a:ext>
                  </a:extLst>
                </a:gridCol>
                <a:gridCol w="2045617">
                  <a:extLst>
                    <a:ext uri="{9D8B030D-6E8A-4147-A177-3AD203B41FA5}">
                      <a16:colId xmlns:a16="http://schemas.microsoft.com/office/drawing/2014/main" val="149845700"/>
                    </a:ext>
                  </a:extLst>
                </a:gridCol>
                <a:gridCol w="1197204">
                  <a:extLst>
                    <a:ext uri="{9D8B030D-6E8A-4147-A177-3AD203B41FA5}">
                      <a16:colId xmlns:a16="http://schemas.microsoft.com/office/drawing/2014/main" val="3119692462"/>
                    </a:ext>
                  </a:extLst>
                </a:gridCol>
                <a:gridCol w="1430153">
                  <a:extLst>
                    <a:ext uri="{9D8B030D-6E8A-4147-A177-3AD203B41FA5}">
                      <a16:colId xmlns:a16="http://schemas.microsoft.com/office/drawing/2014/main" val="3472639139"/>
                    </a:ext>
                  </a:extLst>
                </a:gridCol>
              </a:tblGrid>
              <a:tr h="511525"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ja-JP" b="0" i="0"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指標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ja-JP" b="0" i="0" dirty="0"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測定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ja-JP" b="0" i="0"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目標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ja-JP" b="0" i="0"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実績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013591"/>
                  </a:ext>
                </a:extLst>
              </a:tr>
              <a:tr h="582969"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ja-JP" b="0" i="0"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聴衆者数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ja-JP" b="0" i="0"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出席者数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ja-JP" b="0" i="0"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150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ja-JP" b="0" i="0"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120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867931"/>
                  </a:ext>
                </a:extLst>
              </a:tr>
              <a:tr h="582969"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ja-JP" b="0" i="0" dirty="0"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エンゲージメント時間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ja-JP" b="0" i="0" dirty="0"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分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ja-JP" b="0" i="0"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ja-JP" b="0" i="0"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209771"/>
                  </a:ext>
                </a:extLst>
              </a:tr>
              <a:tr h="582969"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ja-JP" b="0" i="0"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Q&amp;A のやり取り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ja-JP" b="0" i="0"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質問数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ja-JP" b="0" i="0"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ja-JP" b="0" i="0"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1031278"/>
                  </a:ext>
                </a:extLst>
              </a:tr>
              <a:tr h="582969"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ja-JP" b="0" i="0"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ポジティブなフィードバック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ja-JP" b="0" i="0"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パーセンテージ (%)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ja-JP" b="0" i="0"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90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ja-JP" b="0" i="0"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1840781"/>
                  </a:ext>
                </a:extLst>
              </a:tr>
              <a:tr h="832813"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ja-JP" b="0" i="0"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情報保持率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ja-JP" b="0" i="0"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パーセンテージ (%)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ja-JP" b="0" i="0"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80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ja-JP" b="0" i="0" dirty="0"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85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3897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99771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D030A76-B788-B363-104E-266B7C7F7208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 rtlCol="0"/>
          <a:lstStyle>
            <a:defPPr>
              <a:defRPr lang="ja-JP"/>
            </a:defPPr>
          </a:lstStyle>
          <a:p>
            <a:pPr rtl="0"/>
            <a:r>
              <a:rPr lang="ja-JP"/>
              <a:t>最後のヒントと考慮事項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5948542-FCE1-3AE6-C6C9-17975609DF70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noFill/>
        </p:spPr>
        <p:txBody>
          <a:bodyPr vert="horz" lIns="91440" tIns="45720" rIns="91440" bIns="45720" rtlCol="0" anchor="t">
            <a:normAutofit/>
          </a:bodyPr>
          <a:lstStyle>
            <a:defPPr>
              <a:defRPr lang="ja-JP"/>
            </a:defPPr>
          </a:lstStyle>
          <a:p>
            <a:pPr rtl="0"/>
            <a:r>
              <a:rPr lang="ja-JP"/>
              <a:t>一貫したリハーサル</a:t>
            </a:r>
          </a:p>
          <a:p>
            <a:pPr lvl="1" rtl="0"/>
            <a:r>
              <a:rPr lang="ja-JP"/>
              <a:t>親しみやすさを高める</a:t>
            </a:r>
          </a:p>
          <a:p>
            <a:pPr rtl="0"/>
            <a:r>
              <a:rPr lang="ja-JP"/>
              <a:t>提供のスタイルを洗練する</a:t>
            </a:r>
          </a:p>
          <a:p>
            <a:pPr lvl="1" rtl="0"/>
            <a:r>
              <a:rPr lang="ja-JP"/>
              <a:t>ペース、トーン、強調</a:t>
            </a:r>
          </a:p>
          <a:p>
            <a:pPr rtl="0"/>
            <a:r>
              <a:rPr lang="ja-JP"/>
              <a:t>タイミングと切り替え</a:t>
            </a:r>
          </a:p>
          <a:p>
            <a:pPr lvl="1" rtl="0"/>
            <a:r>
              <a:rPr lang="ja-JP"/>
              <a:t>シームレスでプロフェッショナルな提供を目指す</a:t>
            </a:r>
          </a:p>
          <a:p>
            <a:pPr rtl="0"/>
            <a:r>
              <a:rPr lang="ja-JP"/>
              <a:t>練習用の聞き手</a:t>
            </a:r>
          </a:p>
          <a:p>
            <a:pPr lvl="1" rtl="0"/>
            <a:r>
              <a:rPr lang="ja-JP"/>
              <a:t>同僚に聞いてもらい、感想を言ってもらう</a:t>
            </a:r>
          </a:p>
          <a:p>
            <a:pPr lvl="1" rtl="0"/>
            <a:endParaRPr lang="ja-JP" dirty="0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EE67564-0457-E486-97D0-8109D2C97B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noFill/>
        </p:spPr>
        <p:txBody>
          <a:bodyPr rtlCol="0">
            <a:normAutofit/>
          </a:bodyPr>
          <a:lstStyle>
            <a:defPPr>
              <a:defRPr lang="ja-JP"/>
            </a:defPPr>
          </a:lstStyle>
          <a:p>
            <a:pPr rtl="0"/>
            <a:r>
              <a:rPr lang="ja-JP"/>
              <a:t>フィードバックを求める</a:t>
            </a:r>
          </a:p>
          <a:p>
            <a:pPr rtl="0"/>
            <a:r>
              <a:rPr lang="ja-JP"/>
              <a:t>パフォーマンスを振り返る</a:t>
            </a:r>
          </a:p>
          <a:p>
            <a:pPr rtl="0"/>
            <a:r>
              <a:rPr lang="ja-JP"/>
              <a:t>新しいテクニックを探索する</a:t>
            </a:r>
          </a:p>
          <a:p>
            <a:pPr rtl="0"/>
            <a:r>
              <a:rPr lang="ja-JP"/>
              <a:t>個人の目標を設定する</a:t>
            </a:r>
          </a:p>
          <a:p>
            <a:pPr rtl="0"/>
            <a:r>
              <a:rPr lang="ja-JP"/>
              <a:t>反復し、適応する</a:t>
            </a:r>
          </a:p>
        </p:txBody>
      </p:sp>
    </p:spTree>
    <p:extLst>
      <p:ext uri="{BB962C8B-B14F-4D97-AF65-F5344CB8AC3E}">
        <p14:creationId xmlns:p14="http://schemas.microsoft.com/office/powerpoint/2010/main" val="6437779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FC59F6-9B22-C211-4B4C-A2FD4B914C46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 rtlCol="0"/>
          <a:lstStyle>
            <a:defPPr>
              <a:defRPr lang="ja-JP"/>
            </a:defPPr>
          </a:lstStyle>
          <a:p>
            <a:pPr rtl="0"/>
            <a:r>
              <a:rPr lang="ja-JP"/>
              <a:t>スピーキングのエンゲージメント指標</a:t>
            </a:r>
          </a:p>
        </p:txBody>
      </p:sp>
      <p:graphicFrame>
        <p:nvGraphicFramePr>
          <p:cNvPr id="19" name="表プレースホルダー 3">
            <a:extLst>
              <a:ext uri="{FF2B5EF4-FFF2-40B4-BE49-F238E27FC236}">
                <a16:creationId xmlns:a16="http://schemas.microsoft.com/office/drawing/2014/main" id="{998759BF-36E2-2AC0-C9B8-88C6BF075154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258813251"/>
              </p:ext>
            </p:extLst>
          </p:nvPr>
        </p:nvGraphicFramePr>
        <p:xfrm>
          <a:off x="838200" y="2125663"/>
          <a:ext cx="10515600" cy="3651651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38221808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95346872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27752647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438884888"/>
                    </a:ext>
                  </a:extLst>
                </a:gridCol>
              </a:tblGrid>
              <a:tr h="598946"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ja-JP" b="0" i="0"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影響要因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ja-JP" b="0" i="0"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測定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ja-JP" b="0" i="0"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目標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ja-JP" b="0" i="0"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達成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7107962"/>
                  </a:ext>
                </a:extLst>
              </a:tr>
              <a:tr h="598946"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ja-JP" b="0" i="0"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聞き手とのやり取り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ja-JP" b="0" i="0"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パーセンテージ (%)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ja-JP" b="0" i="0"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85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ja-JP" b="0" i="0"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1386868"/>
                  </a:ext>
                </a:extLst>
              </a:tr>
              <a:tr h="598946"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ja-JP" b="0" i="0" dirty="0"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知識の定着率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ja-JP" b="0" i="0"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パーセンテージ (%)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ja-JP" b="0" i="0"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75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ja-JP" b="0" i="0"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626418"/>
                  </a:ext>
                </a:extLst>
              </a:tr>
              <a:tr h="615787"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ja-JP" b="0" i="0"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プレゼンテーション後のアンケート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ja-JP" b="0" i="0"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平均評価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ja-JP" b="0" i="0"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4.2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ja-JP" b="0" i="0"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4.5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2482967"/>
                  </a:ext>
                </a:extLst>
              </a:tr>
              <a:tr h="598946"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ja-JP" b="0" i="0"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紹介率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ja-JP" b="0" i="0"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パーセンテージ (%)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ja-JP" b="0" i="0"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ja-JP" b="0" i="0"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6251906"/>
                  </a:ext>
                </a:extLst>
              </a:tr>
              <a:tr h="615787"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ja-JP" b="0" i="0"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コラボレーションのチャンス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ja-JP" b="0" i="0"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チャンスの数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ja-JP" b="0" i="0"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ja-JP" b="0" i="0" dirty="0"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85371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46306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図プレースホルダー 5" descr="吊り橋のクローズアップ">
            <a:extLst>
              <a:ext uri="{FF2B5EF4-FFF2-40B4-BE49-F238E27FC236}">
                <a16:creationId xmlns:a16="http://schemas.microsoft.com/office/drawing/2014/main" id="{E461669C-A7BA-D639-22CB-B5FBBE698B3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" r="20"/>
          <a:stretch/>
        </p:blipFill>
        <p:spPr>
          <a:xfrm>
            <a:off x="3810" y="0"/>
            <a:ext cx="7816995" cy="6858000"/>
          </a:xfrm>
          <a:noFill/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28BAC361-0D7A-DC05-86B5-6DD77D322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992" y="731562"/>
            <a:ext cx="4902843" cy="3526778"/>
          </a:xfrm>
          <a:noFill/>
        </p:spPr>
        <p:txBody>
          <a:bodyPr rtlCol="0" anchor="b"/>
          <a:lstStyle>
            <a:defPPr>
              <a:defRPr lang="ja-JP"/>
            </a:defPPr>
          </a:lstStyle>
          <a:p>
            <a:pPr rtl="0"/>
            <a:r>
              <a:rPr lang="ja-JP"/>
              <a:t>ありがとうございました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BE98EFF-197D-3136-70B9-7BBD30A489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0992" y="4373217"/>
            <a:ext cx="4902843" cy="1753221"/>
          </a:xfrm>
          <a:noFill/>
        </p:spPr>
        <p:txBody>
          <a:bodyPr rtlCol="0" anchor="t">
            <a:normAutofit/>
          </a:bodyPr>
          <a:lstStyle>
            <a:defPPr>
              <a:defRPr lang="ja-JP"/>
            </a:defPPr>
          </a:lstStyle>
          <a:p>
            <a:pPr rtl="0"/>
            <a:r>
              <a:rPr lang="ja-JP"/>
              <a:t>Brita Tamm</a:t>
            </a:r>
          </a:p>
          <a:p>
            <a:pPr rtl="0"/>
            <a:r>
              <a:rPr lang="ja-JP"/>
              <a:t>502-555-0152</a:t>
            </a:r>
          </a:p>
          <a:p>
            <a:pPr rtl="0"/>
            <a:r>
              <a:rPr lang="ja-JP"/>
              <a:t>brita@firstupconsultants.com</a:t>
            </a:r>
          </a:p>
          <a:p>
            <a:pPr rtl="0"/>
            <a:r>
              <a:rPr lang="ja-JP"/>
              <a:t>www.firstupconsultants.com</a:t>
            </a:r>
          </a:p>
        </p:txBody>
      </p:sp>
    </p:spTree>
    <p:extLst>
      <p:ext uri="{BB962C8B-B14F-4D97-AF65-F5344CB8AC3E}">
        <p14:creationId xmlns:p14="http://schemas.microsoft.com/office/powerpoint/2010/main" val="1210802199"/>
      </p:ext>
    </p:extLst>
  </p:cSld>
  <p:clrMapOvr>
    <a:masterClrMapping/>
  </p:clrMapOvr>
</p:sld>
</file>

<file path=ppt/theme/theme1.xml><?xml version="1.0" encoding="utf-8"?>
<a:theme xmlns:a="http://schemas.openxmlformats.org/drawingml/2006/main" name="AngleLinesVTI">
  <a:themeElements>
    <a:clrScheme name="Custom 43">
      <a:dk1>
        <a:srgbClr val="000000"/>
      </a:dk1>
      <a:lt1>
        <a:srgbClr val="FFFFFF"/>
      </a:lt1>
      <a:dk2>
        <a:srgbClr val="EFEBEB"/>
      </a:dk2>
      <a:lt2>
        <a:srgbClr val="E8E8E8"/>
      </a:lt2>
      <a:accent1>
        <a:srgbClr val="001D2E"/>
      </a:accent1>
      <a:accent2>
        <a:srgbClr val="145766"/>
      </a:accent2>
      <a:accent3>
        <a:srgbClr val="B99B9F"/>
      </a:accent3>
      <a:accent4>
        <a:srgbClr val="A47930"/>
      </a:accent4>
      <a:accent5>
        <a:srgbClr val="0C577C"/>
      </a:accent5>
      <a:accent6>
        <a:srgbClr val="CC836D"/>
      </a:accent6>
      <a:hlink>
        <a:srgbClr val="467886"/>
      </a:hlink>
      <a:folHlink>
        <a:srgbClr val="96607D"/>
      </a:folHlink>
    </a:clrScheme>
    <a:fontScheme name="Custom 98">
      <a:majorFont>
        <a:latin typeface="Meiryo UI "/>
        <a:ea typeface=""/>
        <a:cs typeface="Meiryo UI "/>
      </a:majorFont>
      <a:minorFont>
        <a:latin typeface="Meiryo UI "/>
        <a:ea typeface=""/>
        <a:cs typeface="Meiryo UI 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Angle lines design_Win32_SL_V15" id="{7EDC6EF7-8AD3-4A22-B09A-9C2D96F216F8}" vid="{B0E828C9-6219-42BF-B63C-156B68E5CCE4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 UI " panose="020F0302020204030204"/>
        <a:ea typeface=""/>
        <a:cs typeface="Meiryo UI 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 UI " panose="020F0502020204030204"/>
        <a:ea typeface=""/>
        <a:cs typeface="Meiryo UI 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Meiryo UI " panose="02110004020202020204"/>
        <a:ea typeface=""/>
        <a:cs typeface="Meiryo UI 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 UI " panose="02110004020202020204"/>
        <a:ea typeface=""/>
        <a:cs typeface="Meiryo UI 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6283731-47E9-4F14-86D1-57C1EA2672A1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24D4B218-C04B-41F5-949D-06E9DAE96B0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1846AD4-435D-4592-8088-FE2831A30D1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566</Words>
  <Application>Microsoft Office PowerPoint</Application>
  <PresentationFormat>ワイド画面</PresentationFormat>
  <Paragraphs>123</Paragraphs>
  <Slides>13</Slides>
  <Notes>13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13</vt:i4>
      </vt:variant>
    </vt:vector>
  </HeadingPairs>
  <TitlesOfParts>
    <vt:vector size="14" baseType="lpstr">
      <vt:lpstr>AngleLinesVTI</vt:lpstr>
      <vt:lpstr>基本的なプレゼンテーション</vt:lpstr>
      <vt:lpstr>議題</vt:lpstr>
      <vt:lpstr>コミュニケーションのパワー</vt:lpstr>
      <vt:lpstr>緊張に打ち勝つ</vt:lpstr>
      <vt:lpstr>聞き手を引き付ける</vt:lpstr>
      <vt:lpstr>視覚資料の選択</vt:lpstr>
      <vt:lpstr>効果的にプレゼンテーションを提供するテクニック</vt:lpstr>
      <vt:lpstr>Q&amp;A セッションのナビゲート</vt:lpstr>
      <vt:lpstr>話し方の影響</vt:lpstr>
      <vt:lpstr>ダイナミックなプレゼンテーションの提供</vt:lpstr>
      <vt:lpstr>最後のヒントと考慮事項</vt:lpstr>
      <vt:lpstr>スピーキングのエンゲージメント指標</vt:lpstr>
      <vt:lpstr>ありがとうございました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</cp:revision>
  <dcterms:created xsi:type="dcterms:W3CDTF">2026-07-05T05:30:20Z</dcterms:created>
  <dcterms:modified xsi:type="dcterms:W3CDTF">2026-07-05T05:30:37Z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