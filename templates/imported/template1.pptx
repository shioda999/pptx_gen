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9"/>
  </p:notesMasterIdLst>
  <p:handoutMasterIdLst>
    <p:handoutMasterId r:id="rId10"/>
  </p:handoutMasterIdLst>
  <p:sldIdLst>
    <p:sldId id="275" r:id="rId5"/>
    <p:sldId id="274" r:id="rId6"/>
    <p:sldId id="276" r:id="rId7"/>
    <p:sldId id="272" r:id="rId8"/>
  </p:sldIdLst>
  <p:sldSz cx="10058400" cy="77724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3725" autoAdjust="0"/>
  </p:normalViewPr>
  <p:slideViewPr>
    <p:cSldViewPr snapToGrid="0" showGuides="1">
      <p:cViewPr varScale="1">
        <p:scale>
          <a:sx n="102" d="100"/>
          <a:sy n="102" d="100"/>
        </p:scale>
        <p:origin x="1494" y="102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5A5C782-D602-4614-A1A7-531F589ADA72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2026/7/4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B7E8E42-E7C5-4B24-8575-74A765CA0AB6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7ACFFD4-AD6E-43ED-8DE6-A96291C56BAE}" type="datetime1">
              <a:rPr lang="ja-JP" altLang="en-US" noProof="0" smtClean="0"/>
              <a:t>2026/7/4</a:t>
            </a:fld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481A707-0A4C-444E-BBAC-8F56E4534DF7}" type="slidenum">
              <a:rPr lang="en-US" altLang="ja-JP" noProof="0" smtClean="0"/>
              <a:pPr/>
              <a:t>‹#›</a:t>
            </a:fld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en-US" altLang="ja-JP" smtClean="0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73758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en-US" altLang="ja-JP" smtClean="0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en-US" altLang="ja-JP" smtClean="0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en-US" altLang="ja-JP" smtClean="0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17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altLang="en-US" noProof="0"/>
          </a:p>
        </p:txBody>
      </p:sp>
      <p:sp>
        <p:nvSpPr>
          <p:cNvPr id="3" name="長方形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9600" y="3319272"/>
            <a:ext cx="10048800" cy="4450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コンテンツ プレースホルダー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600" y="3575304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タイトルをここに追加</a:t>
            </a:r>
          </a:p>
        </p:txBody>
      </p:sp>
      <p:sp>
        <p:nvSpPr>
          <p:cNvPr id="13" name="テキスト プレースホルダー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5183368"/>
            <a:ext cx="2889504" cy="1251856"/>
          </a:xfrm>
        </p:spPr>
        <p:txBody>
          <a:bodyPr vert="horz" rtlCol="0"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テキストを編集</a:t>
            </a:r>
          </a:p>
        </p:txBody>
      </p:sp>
      <p:sp>
        <p:nvSpPr>
          <p:cNvPr id="14" name="サブタイトル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3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rtl="0"/>
            <a:r>
              <a:rPr lang="ja-JP" altLang="en-US" noProof="0"/>
              <a:t>クリックしてテキストを編集</a:t>
            </a:r>
          </a:p>
        </p:txBody>
      </p:sp>
      <p:sp>
        <p:nvSpPr>
          <p:cNvPr id="16" name="コンテンツ プレースホルダー 14">
            <a:extLst>
              <a:ext uri="{FF2B5EF4-FFF2-40B4-BE49-F238E27FC236}">
                <a16:creationId xmlns:a16="http://schemas.microsoft.com/office/drawing/2014/main" id="{6A973B95-8AB3-4E60-8A20-AB12D6D0E54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3575304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タイトルをここに追加</a:t>
            </a: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 rtlCol="0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altLang="en-US" noProof="0"/>
          </a:p>
        </p:txBody>
      </p:sp>
      <p:sp>
        <p:nvSpPr>
          <p:cNvPr id="3" name="長方形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9600" y="0"/>
            <a:ext cx="3343200" cy="776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5183368"/>
            <a:ext cx="2889504" cy="1251856"/>
          </a:xfrm>
        </p:spPr>
        <p:txBody>
          <a:bodyPr vert="horz" rtlCol="0"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テキストを編集</a:t>
            </a:r>
          </a:p>
        </p:txBody>
      </p:sp>
      <p:sp>
        <p:nvSpPr>
          <p:cNvPr id="18" name="サブタイトル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300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rtl="0"/>
            <a:r>
              <a:rPr lang="ja-JP" altLang="en-US" noProof="0"/>
              <a:t>クリックしてテキストを編集</a:t>
            </a:r>
          </a:p>
        </p:txBody>
      </p:sp>
      <p:sp>
        <p:nvSpPr>
          <p:cNvPr id="15" name="長方形 14">
            <a:extLst>
              <a:ext uri="{FF2B5EF4-FFF2-40B4-BE49-F238E27FC236}">
                <a16:creationId xmlns:a16="http://schemas.microsoft.com/office/drawing/2014/main" id="{97492751-E9EF-463C-8C1E-1AA3A9B1D816}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コンテンツ プレースホルダー 14">
            <a:extLst>
              <a:ext uri="{FF2B5EF4-FFF2-40B4-BE49-F238E27FC236}">
                <a16:creationId xmlns:a16="http://schemas.microsoft.com/office/drawing/2014/main" id="{E6FA2C89-4818-4619-8F8B-31E5505EAF7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4713695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タイトルをここに追加</a:t>
            </a:r>
          </a:p>
        </p:txBody>
      </p:sp>
      <p:sp>
        <p:nvSpPr>
          <p:cNvPr id="21" name="テキスト プレースホルダー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 rtlCol="0"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2" name="コンテンツ プレースホルダー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600" y="1530776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タイトルをここに追加</a:t>
            </a:r>
          </a:p>
        </p:txBody>
      </p:sp>
      <p:sp>
        <p:nvSpPr>
          <p:cNvPr id="13" name="テキスト プレースホルダー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長方形 1">
            <a:extLst>
              <a:ext uri="{FF2B5EF4-FFF2-40B4-BE49-F238E27FC236}">
                <a16:creationId xmlns:a16="http://schemas.microsoft.com/office/drawing/2014/main" id="{FA4B57A7-3A86-45DA-B5CA-AC7A481E3274}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長方形 2">
            <a:extLst>
              <a:ext uri="{FF2B5EF4-FFF2-40B4-BE49-F238E27FC236}">
                <a16:creationId xmlns:a16="http://schemas.microsoft.com/office/drawing/2014/main" id="{14F3BCA9-2C74-4567-9FB2-2CE1AC28A6EC}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図プレースホルダー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975" y="-1"/>
            <a:ext cx="3348000" cy="3300621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アイコンをクリックして画像を追加</a:t>
            </a:r>
          </a:p>
        </p:txBody>
      </p:sp>
      <p:sp>
        <p:nvSpPr>
          <p:cNvPr id="16" name="図プレースホルダー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443322"/>
            <a:ext cx="3348000" cy="3329078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アイコンをクリックして画像を追加</a:t>
            </a:r>
          </a:p>
        </p:txBody>
      </p:sp>
      <p:sp>
        <p:nvSpPr>
          <p:cNvPr id="18" name="図プレースホルダー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10400" y="4443322"/>
            <a:ext cx="3348000" cy="3329078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26" name="テキスト プレースホルダー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 rtlCol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30" name="テキスト プレースホルダー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rtlCol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33" name="テキスト プレースホルダー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31152" y="228600"/>
            <a:ext cx="2898329" cy="530895"/>
          </a:xfrm>
        </p:spPr>
        <p:txBody>
          <a:bodyPr lIns="91440" rtlCol="0" anchor="t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タイトルの追加 </a:t>
            </a:r>
            <a:br>
              <a:rPr lang="ja-JP" altLang="en-US" noProof="0"/>
            </a:br>
            <a:r>
              <a:rPr lang="ja-JP" altLang="en-US" noProof="0"/>
              <a:t>入力してください</a:t>
            </a:r>
          </a:p>
        </p:txBody>
      </p:sp>
      <p:sp>
        <p:nvSpPr>
          <p:cNvPr id="34" name="テキスト プレースホルダー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 rtlCol="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7" name="タイトル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ja-JP" altLang="en-US" noProof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長方形 1">
            <a:extLst>
              <a:ext uri="{FF2B5EF4-FFF2-40B4-BE49-F238E27FC236}">
                <a16:creationId xmlns:a16="http://schemas.microsoft.com/office/drawing/2014/main" id="{DF7DA993-9462-4064-B89B-BCEF27D4DACC}"/>
              </a:ext>
            </a:extLst>
          </p:cNvPr>
          <p:cNvSpPr/>
          <p:nvPr userDrawn="1"/>
        </p:nvSpPr>
        <p:spPr>
          <a:xfrm>
            <a:off x="6704476" y="3331758"/>
            <a:ext cx="3343200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長方形 2">
            <a:extLst>
              <a:ext uri="{FF2B5EF4-FFF2-40B4-BE49-F238E27FC236}">
                <a16:creationId xmlns:a16="http://schemas.microsoft.com/office/drawing/2014/main" id="{C8931403-AA2F-415D-BC4C-E1168B62C473}"/>
              </a:ext>
            </a:extLst>
          </p:cNvPr>
          <p:cNvSpPr/>
          <p:nvPr userDrawn="1"/>
        </p:nvSpPr>
        <p:spPr>
          <a:xfrm>
            <a:off x="-318" y="3329078"/>
            <a:ext cx="3343200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図プレースホルダー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975" y="4471779"/>
            <a:ext cx="3348000" cy="3300621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アイコンをクリックして画像を追加</a:t>
            </a:r>
          </a:p>
        </p:txBody>
      </p:sp>
      <p:sp>
        <p:nvSpPr>
          <p:cNvPr id="16" name="図プレースホルダー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40"/>
            <a:ext cx="3342882" cy="3329078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8" name="図プレースホルダー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03975" y="0"/>
            <a:ext cx="3354425" cy="3329078"/>
          </a:xfr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アイコンをクリックして画像を追加</a:t>
            </a:r>
          </a:p>
        </p:txBody>
      </p:sp>
      <p:sp>
        <p:nvSpPr>
          <p:cNvPr id="26" name="テキスト プレースホルダー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24" name="テキスト プレースホルダー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237735"/>
            <a:ext cx="2895600" cy="720005"/>
          </a:xfrm>
        </p:spPr>
        <p:txBody>
          <a:bodyPr lIns="0" rtlCol="0" anchor="t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 dirty="0"/>
              <a:t>タイトルの追加 </a:t>
            </a:r>
            <a:br>
              <a:rPr lang="ja-JP" altLang="en-US" noProof="0" dirty="0"/>
            </a:br>
            <a:r>
              <a:rPr lang="ja-JP" altLang="en-US" noProof="0" dirty="0"/>
              <a:t>ここに</a:t>
            </a:r>
          </a:p>
        </p:txBody>
      </p:sp>
      <p:sp>
        <p:nvSpPr>
          <p:cNvPr id="25" name="テキスト プレースホルダー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4" name="テキスト プレースホルダー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ja-JP" altLang="en-US" noProof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3" r:id="rId2"/>
    <p:sldLayoutId id="2147483692" r:id="rId3"/>
    <p:sldLayoutId id="214748369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プレースホルダー 32" descr="数学グラフのクローズ アップ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/>
      </p:pic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弊社の理念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elit.Maecenas porttitor congue massa.Fusce posuere, magna sed pulvinar ultricies, purus lectus malesuada libero, sit amet commodo magna eros quis urna.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Maecenas porttitor congue massa.Fusce posuere, magna sed pulvinar ultricies, purus lectus malesuada libero, sit 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コンテンツ プレースホルダー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お問い合わせ</a:t>
            </a:r>
          </a:p>
        </p:txBody>
      </p:sp>
      <p:sp>
        <p:nvSpPr>
          <p:cNvPr id="40" name="テキスト プレースホルダー 39">
            <a:extLst>
              <a:ext uri="{FF2B5EF4-FFF2-40B4-BE49-F238E27FC236}">
                <a16:creationId xmlns:a16="http://schemas.microsoft.com/office/drawing/2014/main" id="{5047EA2A-40A4-486B-B8C9-03B7FB007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4567 Main St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Buffalo, NY 98052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​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555-0100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​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info@tailwindtraders.com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​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tailwindtraders.com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プレースホルダー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TAILWIND TRADERS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自分の将来に投資する</a:t>
            </a:r>
          </a:p>
        </p:txBody>
      </p:sp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7" descr="折れ線グラフを描いているペン">
            <a:extLst>
              <a:ext uri="{FF2B5EF4-FFF2-40B4-BE49-F238E27FC236}">
                <a16:creationId xmlns:a16="http://schemas.microsoft.com/office/drawing/2014/main" id="{CB99DC04-3520-4C11-90E0-A4F0438ED3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/>
      </p:pic>
      <p:pic>
        <p:nvPicPr>
          <p:cNvPr id="25" name="図プレースホルダー 24" descr="ノート PC で共同作業するグループ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/>
      </p:pic>
      <p:pic>
        <p:nvPicPr>
          <p:cNvPr id="9" name="図プレースホルダー 8" descr="バインダーを持つ女性がオフィスを離れている">
            <a:extLst>
              <a:ext uri="{FF2B5EF4-FFF2-40B4-BE49-F238E27FC236}">
                <a16:creationId xmlns:a16="http://schemas.microsoft.com/office/drawing/2014/main" id="{7F4B8A9C-45CD-4CD3-9835-7B75C8E7DF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" b="95"/>
          <a:stretch/>
        </p:blipFill>
        <p:spPr/>
      </p:pic>
      <p:sp>
        <p:nvSpPr>
          <p:cNvPr id="32" name="テキスト プレースホルダー 31">
            <a:extLst>
              <a:ext uri="{FF2B5EF4-FFF2-40B4-BE49-F238E27FC236}">
                <a16:creationId xmlns:a16="http://schemas.microsoft.com/office/drawing/2014/main" id="{B16388D3-BE48-44F4-A6D7-DDF2293730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elit.Maecenas porttitor congue massa.Fusce posuere, magna sed pulvinar ultricies, purus lectus malesuada libero, sit amet commodo magna eros quis urna.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Maecenas porttitor congue massa.Fusce posuere, magna sed pulvinar ultricies, purus lectus malesuada libero, sit 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24508FAD-2D2E-458D-B98F-3AB625F32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弊社のチーム</a:t>
            </a:r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0FD12705-AB70-40E3-A13F-B36B09C89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elit.Maecenas porttitor congue massa.Fusce posuere, magna sed pulvinar ultricies, purus lectus malesuada libero, sit amet commodo magna eros quis urna.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Maecenas porttitor congue massa.Fusce posuere, magna sed pulvinar ultricies, purus lectus malesuada libero, sit 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0C64EB9-E6EA-45AD-9476-BDDE89985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弊社の専門家チームが、未来の経済的な安定に向けて、今、成功戦略を立てるためのサポートをいたします。 </a:t>
            </a:r>
          </a:p>
        </p:txBody>
      </p:sp>
      <p:sp>
        <p:nvSpPr>
          <p:cNvPr id="86" name="タイトル 85">
            <a:extLst>
              <a:ext uri="{FF2B5EF4-FFF2-40B4-BE49-F238E27FC236}">
                <a16:creationId xmlns:a16="http://schemas.microsoft.com/office/drawing/2014/main" id="{FD30442A-A1AE-4FD1-B045-22F09C71C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弊社のサービス</a:t>
            </a:r>
            <a:b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図プレースホルダー 40" descr="数学グラフのクローズ アップ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/>
      </p:pic>
      <p:sp>
        <p:nvSpPr>
          <p:cNvPr id="45" name="タイトル 44">
            <a:extLst>
              <a:ext uri="{FF2B5EF4-FFF2-40B4-BE49-F238E27FC236}">
                <a16:creationId xmlns:a16="http://schemas.microsoft.com/office/drawing/2014/main" id="{2704561A-EBDC-4554-AB63-6E7F0AD34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TAILWIND TRADERS </a:t>
            </a:r>
          </a:p>
        </p:txBody>
      </p:sp>
      <p:sp>
        <p:nvSpPr>
          <p:cNvPr id="46" name="サブタイトル 45">
            <a:extLst>
              <a:ext uri="{FF2B5EF4-FFF2-40B4-BE49-F238E27FC236}">
                <a16:creationId xmlns:a16="http://schemas.microsoft.com/office/drawing/2014/main" id="{84AA5B14-11B0-4875-B1F5-69DBF1E46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自分の将来に投資する</a:t>
            </a: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コンテンツ プレースホルダー 46">
            <a:extLst>
              <a:ext uri="{FF2B5EF4-FFF2-40B4-BE49-F238E27FC236}">
                <a16:creationId xmlns:a16="http://schemas.microsoft.com/office/drawing/2014/main" id="{510886A2-18AD-4F58-A88D-0836A93378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お問い合わせ</a:t>
            </a:r>
          </a:p>
        </p:txBody>
      </p:sp>
      <p:sp>
        <p:nvSpPr>
          <p:cNvPr id="48" name="テキスト プレースホルダー 47">
            <a:extLst>
              <a:ext uri="{FF2B5EF4-FFF2-40B4-BE49-F238E27FC236}">
                <a16:creationId xmlns:a16="http://schemas.microsoft.com/office/drawing/2014/main" id="{188890BB-2976-4D42-B9BB-FE40645D12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4567 Main St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Buffalo, NY 98052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​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555-0100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​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info@tailwindtraders.com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​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tailwindtraders.com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コンテンツ プレースホルダー 24">
            <a:extLst>
              <a:ext uri="{FF2B5EF4-FFF2-40B4-BE49-F238E27FC236}">
                <a16:creationId xmlns:a16="http://schemas.microsoft.com/office/drawing/2014/main" id="{85B9EC67-E16B-4644-BE4E-9F3520D5AE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弊社の理念</a:t>
            </a:r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CE9C5F90-E573-43D7-AC40-5AD946F4D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elit.Maecenas porttitor congue massa.Fusce posuere, magna sed pulvinar ultricies, purus lectus malesuada libero, sit</a:t>
            </a:r>
            <a:b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Maecenas porttitor congue massa.Fusce posuere, magna sed pulvinar ultricies, purus lectus malesuada libero, sit 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elit.Maecenas porttitor congue massa.Fusce posuere, magna sed pulvinar ultricies, purus lectus malesuada libero, sit</a:t>
            </a:r>
            <a:b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6" descr="折れ線グラフを描いているペン">
            <a:extLst>
              <a:ext uri="{FF2B5EF4-FFF2-40B4-BE49-F238E27FC236}">
                <a16:creationId xmlns:a16="http://schemas.microsoft.com/office/drawing/2014/main" id="{1E006552-A299-4408-9F54-B196F5056E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"/>
          <a:stretch/>
        </p:blipFill>
        <p:spPr/>
      </p:pic>
      <p:pic>
        <p:nvPicPr>
          <p:cNvPr id="25" name="図プレースホルダー 24" descr="ノート PC で共同作業するグループ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8" name="図プレースホルダー 7" descr="バインダーを持つ女性がオフィスを離れている">
            <a:extLst>
              <a:ext uri="{FF2B5EF4-FFF2-40B4-BE49-F238E27FC236}">
                <a16:creationId xmlns:a16="http://schemas.microsoft.com/office/drawing/2014/main" id="{672E69F0-216F-41E3-A8BF-4C5DA81E144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2435A574-EC9F-4321-9CA3-5D765C30B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elit.Maecenas porttitor congue massa.Fusce posuere, magna sed pulvinar ultricies, purus lectus malesuada libero, sit amet commodo magna eros quis urna.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Maecenas porttitor congue massa.Fusce posuere, magna sed pulvinar ultricies, purus lectus malesuada libero, sit 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8F457663-49C5-4FE7-93F7-6D408078AC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弊社の専門家チームが、未来の経済的な安定に向けて、今、成功戦略を立てるためのサポートをいたします。 </a:t>
            </a: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3F0CFD1C-F6E7-4B83-AB91-F24AF9E653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弊社のチーム</a:t>
            </a:r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DAB717E8-011C-4547-A6B4-B8F2FE4F15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Lorem ipsum dolor sit amet, consectetuer adipiscing elit.</a:t>
            </a: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Maecenas porttitor congue massa.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Fusce posuere, magna sed pulvinar ultricies, purus lectus malesuada libero, sit amet commodo magna eros quis urna.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5" name="タイトル 114">
            <a:extLst>
              <a:ext uri="{FF2B5EF4-FFF2-40B4-BE49-F238E27FC236}">
                <a16:creationId xmlns:a16="http://schemas.microsoft.com/office/drawing/2014/main" id="{D328ED67-05E4-4380-99B0-44D2DEB5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弊社のサービス</a:t>
            </a:r>
          </a:p>
        </p:txBody>
      </p:sp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theme/theme1.xml><?xml version="1.0" encoding="utf-8"?>
<a:theme xmlns:a="http://schemas.openxmlformats.org/drawingml/2006/main" name="2_カスタム デザイン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1AEECB-7CBF-41B6-B304-895A4D5BDF0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D82FBE3-5E95-4B7A-88C0-B7BB58A968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EAC644-7B36-4B02-AE6A-271637DE61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515</Words>
  <Application>Microsoft Office PowerPoint</Application>
  <PresentationFormat>ユーザー設定</PresentationFormat>
  <Paragraphs>44</Paragraphs>
  <Slides>4</Slides>
  <Notes>4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2_カスタム デザイン</vt:lpstr>
      <vt:lpstr>TAILWIND TRADERS</vt:lpstr>
      <vt:lpstr>弊社のサービス </vt:lpstr>
      <vt:lpstr>TAILWIND TRADERS </vt:lpstr>
      <vt:lpstr>弊社のサービス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2026-07-05T04:20:50Z</dcterms:created>
  <dcterms:modified xsi:type="dcterms:W3CDTF">2026-07-05T04:21:00Z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