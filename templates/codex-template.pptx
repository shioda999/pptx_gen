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_key"/>
          <p:cNvSpPr txBox="1"/>
          <p:nvPr/>
        </p:nvSpPr>
        <p:spPr>
          <a:xfrm>
            <a:off x="10424160" y="640080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667085"/>
                </a:solidFill>
                <a:latin typeface="Aptos"/>
              </a:rPr>
              <a:t>codex-cover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94360" y="411480"/>
            <a:ext cx="9692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033"/>
                </a:solidFill>
                <a:latin typeface="Aptos"/>
              </a:rPr>
              <a:t>Cover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21792" y="96012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071"/>
                </a:solidFill>
                <a:latin typeface="Aptos"/>
              </a:rPr>
              <a:t>subtitle placeholder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77240" y="2011680"/>
            <a:ext cx="104241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82033"/>
                </a:solidFill>
                <a:latin typeface="Aptos"/>
              </a:rPr>
              <a:t>body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_key"/>
          <p:cNvSpPr txBox="1"/>
          <p:nvPr/>
        </p:nvSpPr>
        <p:spPr>
          <a:xfrm>
            <a:off x="10424160" y="640080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667085"/>
                </a:solidFill>
                <a:latin typeface="Aptos"/>
              </a:rPr>
              <a:t>codex-workflow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94360" y="411480"/>
            <a:ext cx="9692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033"/>
                </a:solidFill>
                <a:latin typeface="Aptos"/>
              </a:rPr>
              <a:t>Workflow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21792" y="96012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071"/>
                </a:solidFill>
                <a:latin typeface="Aptos"/>
              </a:rPr>
              <a:t>subtitle placeholder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77240" y="512064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26071"/>
                </a:solidFill>
                <a:latin typeface="Aptos"/>
              </a:rPr>
              <a:t>body placeholder</a:t>
            </a:r>
          </a:p>
        </p:txBody>
      </p:sp>
      <p:sp>
        <p:nvSpPr>
          <p:cNvPr id="7" name="diagram_area"/>
          <p:cNvSpPr/>
          <p:nvPr/>
        </p:nvSpPr>
        <p:spPr>
          <a:xfrm>
            <a:off x="731520" y="1600200"/>
            <a:ext cx="106984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BE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_key"/>
          <p:cNvSpPr txBox="1"/>
          <p:nvPr/>
        </p:nvSpPr>
        <p:spPr>
          <a:xfrm>
            <a:off x="10424160" y="640080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667085"/>
                </a:solidFill>
                <a:latin typeface="Aptos"/>
              </a:rPr>
              <a:t>codex-strengths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94360" y="411480"/>
            <a:ext cx="9692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033"/>
                </a:solidFill>
                <a:latin typeface="Aptos"/>
              </a:rPr>
              <a:t>Strengths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21792" y="96012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071"/>
                </a:solidFill>
                <a:latin typeface="Aptos"/>
              </a:rPr>
              <a:t>subtitle placeholder</a:t>
            </a:r>
          </a:p>
        </p:txBody>
      </p:sp>
      <p:sp>
        <p:nvSpPr>
          <p:cNvPr id="6" name="table_area"/>
          <p:cNvSpPr/>
          <p:nvPr/>
        </p:nvSpPr>
        <p:spPr>
          <a:xfrm>
            <a:off x="731520" y="1508760"/>
            <a:ext cx="1069848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BE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_key"/>
          <p:cNvSpPr txBox="1"/>
          <p:nvPr/>
        </p:nvSpPr>
        <p:spPr>
          <a:xfrm>
            <a:off x="10424160" y="640080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667085"/>
                </a:solidFill>
                <a:latin typeface="Aptos"/>
              </a:rPr>
              <a:t>codex-summary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94360" y="411480"/>
            <a:ext cx="9692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033"/>
                </a:solidFill>
                <a:latin typeface="Aptos"/>
              </a:rPr>
              <a:t>Summary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21792" y="96012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071"/>
                </a:solidFill>
                <a:latin typeface="Aptos"/>
              </a:rPr>
              <a:t>subtitle placeholder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22960" y="164592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82033"/>
                </a:solidFill>
                <a:latin typeface="Aptos"/>
              </a:rPr>
              <a:t>summary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